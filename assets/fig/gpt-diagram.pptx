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8000663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ngzichao" initials="l" lastIdx="1" clrIdx="0">
    <p:extLst>
      <p:ext uri="{19B8F6BF-5375-455C-9EA6-DF929625EA0E}">
        <p15:presenceInfo xmlns:p15="http://schemas.microsoft.com/office/powerpoint/2012/main" userId="S-1-5-21-147214757-305610072-1517763936-77409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32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19505"/>
            <a:ext cx="13500497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592866"/>
            <a:ext cx="13500497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06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12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5385"/>
            <a:ext cx="15525572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77778"/>
            <a:ext cx="1552557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16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0976"/>
            <a:ext cx="7650282" cy="434025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0976"/>
            <a:ext cx="7650282" cy="434025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79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4196"/>
            <a:ext cx="15525572" cy="13221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76882"/>
            <a:ext cx="7615123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498697"/>
            <a:ext cx="7615123" cy="36752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76882"/>
            <a:ext cx="7652626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498697"/>
            <a:ext cx="7652626" cy="367520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4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64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87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6036"/>
            <a:ext cx="5805682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4911"/>
            <a:ext cx="9112836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2161"/>
            <a:ext cx="5805682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83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6036"/>
            <a:ext cx="5805682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4911"/>
            <a:ext cx="9112836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2161"/>
            <a:ext cx="5805682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59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1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4195"/>
            <a:ext cx="3881393" cy="579704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4195"/>
            <a:ext cx="11419171" cy="579704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4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4196"/>
            <a:ext cx="15525572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0976"/>
            <a:ext cx="15525572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40166"/>
            <a:ext cx="405014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D8F59-EC6B-4F63-AF2A-888C3776FF30}" type="datetimeFigureOut">
              <a:rPr lang="zh-CN" altLang="en-US" smtClean="0"/>
              <a:t>2024/7/24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40166"/>
            <a:ext cx="607522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40166"/>
            <a:ext cx="405014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12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../media/image7.png"/><Relationship Id="rId26" Type="http://schemas.openxmlformats.org/officeDocument/2006/relationships/image" Target="../media/image15.png"/><Relationship Id="rId39" Type="http://schemas.openxmlformats.org/officeDocument/2006/relationships/image" Target="../media/image24.png"/><Relationship Id="rId21" Type="http://schemas.openxmlformats.org/officeDocument/2006/relationships/image" Target="../media/image10.png"/><Relationship Id="rId34" Type="http://schemas.openxmlformats.org/officeDocument/2006/relationships/image" Target="../media/image110.png"/><Relationship Id="rId50" Type="http://schemas.openxmlformats.org/officeDocument/2006/relationships/image" Target="../media/image180.png"/><Relationship Id="rId55" Type="http://schemas.openxmlformats.org/officeDocument/2006/relationships/image" Target="../media/image23.png"/><Relationship Id="rId7" Type="http://schemas.openxmlformats.org/officeDocument/2006/relationships/image" Target="../media/image2.png"/><Relationship Id="rId2" Type="http://schemas.openxmlformats.org/officeDocument/2006/relationships/image" Target="NULL"/><Relationship Id="rId16" Type="http://schemas.openxmlformats.org/officeDocument/2006/relationships/image" Target="../media/image5.png"/><Relationship Id="rId29" Type="http://schemas.openxmlformats.org/officeDocument/2006/relationships/image" Target="../media/image18.png"/><Relationship Id="rId11" Type="http://schemas.openxmlformats.org/officeDocument/2006/relationships/image" Target="../media/image25.png"/><Relationship Id="rId24" Type="http://schemas.openxmlformats.org/officeDocument/2006/relationships/image" Target="../media/image13.png"/><Relationship Id="rId32" Type="http://schemas.openxmlformats.org/officeDocument/2006/relationships/image" Target="NULL"/><Relationship Id="rId37" Type="http://schemas.openxmlformats.org/officeDocument/2006/relationships/image" Target="../media/image120.png"/><Relationship Id="rId45" Type="http://schemas.openxmlformats.org/officeDocument/2006/relationships/image" Target="../media/image181.png"/><Relationship Id="rId53" Type="http://schemas.openxmlformats.org/officeDocument/2006/relationships/image" Target="../media/image22.png"/><Relationship Id="rId5" Type="http://schemas.openxmlformats.org/officeDocument/2006/relationships/image" Target="NULL"/><Relationship Id="rId15" Type="http://schemas.openxmlformats.org/officeDocument/2006/relationships/image" Target="../media/image4.png"/><Relationship Id="rId23" Type="http://schemas.openxmlformats.org/officeDocument/2006/relationships/image" Target="../media/image12.png"/><Relationship Id="rId28" Type="http://schemas.openxmlformats.org/officeDocument/2006/relationships/image" Target="../media/image17.png"/><Relationship Id="rId36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../media/image8.png"/><Relationship Id="rId31" Type="http://schemas.openxmlformats.org/officeDocument/2006/relationships/image" Target="NULL"/><Relationship Id="rId44" Type="http://schemas.openxmlformats.org/officeDocument/2006/relationships/image" Target="../media/image170.png"/><Relationship Id="rId52" Type="http://schemas.openxmlformats.org/officeDocument/2006/relationships/image" Target="../media/image190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11.png"/><Relationship Id="rId27" Type="http://schemas.openxmlformats.org/officeDocument/2006/relationships/image" Target="../media/image16.png"/><Relationship Id="rId30" Type="http://schemas.openxmlformats.org/officeDocument/2006/relationships/image" Target="../media/image19.png"/><Relationship Id="rId35" Type="http://schemas.openxmlformats.org/officeDocument/2006/relationships/image" Target="NULL"/><Relationship Id="rId43" Type="http://schemas.openxmlformats.org/officeDocument/2006/relationships/image" Target="../media/image20.png"/><Relationship Id="rId48" Type="http://schemas.openxmlformats.org/officeDocument/2006/relationships/image" Target="../media/image160.png"/><Relationship Id="rId8" Type="http://schemas.openxmlformats.org/officeDocument/2006/relationships/image" Target="../media/image3.png"/><Relationship Id="rId51" Type="http://schemas.openxmlformats.org/officeDocument/2006/relationships/image" Target="../media/image210.png"/><Relationship Id="rId3" Type="http://schemas.openxmlformats.org/officeDocument/2006/relationships/image" Target="NULL"/><Relationship Id="rId12" Type="http://schemas.openxmlformats.org/officeDocument/2006/relationships/image" Target="../media/image30.png"/><Relationship Id="rId17" Type="http://schemas.openxmlformats.org/officeDocument/2006/relationships/image" Target="../media/image6.png"/><Relationship Id="rId25" Type="http://schemas.openxmlformats.org/officeDocument/2006/relationships/image" Target="../media/image14.png"/><Relationship Id="rId33" Type="http://schemas.openxmlformats.org/officeDocument/2006/relationships/image" Target="../media/image100.png"/><Relationship Id="rId38" Type="http://schemas.openxmlformats.org/officeDocument/2006/relationships/image" Target="../media/image130.png"/><Relationship Id="rId46" Type="http://schemas.openxmlformats.org/officeDocument/2006/relationships/image" Target="../media/image21.png"/><Relationship Id="rId20" Type="http://schemas.openxmlformats.org/officeDocument/2006/relationships/image" Target="../media/image9.png"/><Relationship Id="rId54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>
            <a:extLst>
              <a:ext uri="{FF2B5EF4-FFF2-40B4-BE49-F238E27FC236}">
                <a16:creationId xmlns:a16="http://schemas.microsoft.com/office/drawing/2014/main" id="{B9820C28-B010-45A0-8F10-25EDE503F794}"/>
              </a:ext>
            </a:extLst>
          </p:cNvPr>
          <p:cNvGrpSpPr/>
          <p:nvPr/>
        </p:nvGrpSpPr>
        <p:grpSpPr>
          <a:xfrm>
            <a:off x="356266" y="149525"/>
            <a:ext cx="17288129" cy="6541487"/>
            <a:chOff x="356266" y="149525"/>
            <a:chExt cx="17288129" cy="6541487"/>
          </a:xfrm>
        </p:grpSpPr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E9728AA5-4FB0-4E10-9DC4-FCD0AC931583}"/>
                </a:ext>
              </a:extLst>
            </p:cNvPr>
            <p:cNvGrpSpPr/>
            <p:nvPr/>
          </p:nvGrpSpPr>
          <p:grpSpPr>
            <a:xfrm>
              <a:off x="2222725" y="371307"/>
              <a:ext cx="1531792" cy="5558003"/>
              <a:chOff x="856992" y="488241"/>
              <a:chExt cx="1531792" cy="5558003"/>
            </a:xfrm>
          </p:grpSpPr>
          <p:grpSp>
            <p:nvGrpSpPr>
              <p:cNvPr id="389" name="组合 388">
                <a:extLst>
                  <a:ext uri="{FF2B5EF4-FFF2-40B4-BE49-F238E27FC236}">
                    <a16:creationId xmlns:a16="http://schemas.microsoft.com/office/drawing/2014/main" id="{0C627F51-F12A-4437-BE08-652CC74EBB15}"/>
                  </a:ext>
                </a:extLst>
              </p:cNvPr>
              <p:cNvGrpSpPr/>
              <p:nvPr/>
            </p:nvGrpSpPr>
            <p:grpSpPr>
              <a:xfrm>
                <a:off x="879233" y="5286042"/>
                <a:ext cx="1411041" cy="760202"/>
                <a:chOff x="4480845" y="4733347"/>
                <a:chExt cx="1411041" cy="760202"/>
              </a:xfrm>
            </p:grpSpPr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6AE035F3-E998-40C5-A0CC-71C2222B2B6A}"/>
                    </a:ext>
                  </a:extLst>
                </p:cNvPr>
                <p:cNvSpPr txBox="1"/>
                <p:nvPr/>
              </p:nvSpPr>
              <p:spPr>
                <a:xfrm>
                  <a:off x="4515724" y="5216550"/>
                  <a:ext cx="132505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lang="en-US" altLang="zh-CN" sz="1200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Input embedding</a:t>
                  </a:r>
                  <a:endParaRPr lang="zh-CN" alt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54739B88-A596-49EC-A19D-9A4F2BCD1E29}"/>
                    </a:ext>
                  </a:extLst>
                </p:cNvPr>
                <p:cNvSpPr txBox="1"/>
                <p:nvPr/>
              </p:nvSpPr>
              <p:spPr>
                <a:xfrm>
                  <a:off x="4480845" y="4733347"/>
                  <a:ext cx="141104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lang="en-US" altLang="zh-CN" sz="1200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Position encoding</a:t>
                  </a:r>
                  <a:endParaRPr lang="zh-CN" alt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90" name="组合 389">
                <a:extLst>
                  <a:ext uri="{FF2B5EF4-FFF2-40B4-BE49-F238E27FC236}">
                    <a16:creationId xmlns:a16="http://schemas.microsoft.com/office/drawing/2014/main" id="{FF81A9BA-65B2-475C-8D27-C261012DBFFA}"/>
                  </a:ext>
                </a:extLst>
              </p:cNvPr>
              <p:cNvGrpSpPr/>
              <p:nvPr/>
            </p:nvGrpSpPr>
            <p:grpSpPr>
              <a:xfrm>
                <a:off x="856992" y="488241"/>
                <a:ext cx="1531792" cy="752634"/>
                <a:chOff x="4458604" y="-64454"/>
                <a:chExt cx="1531792" cy="752634"/>
              </a:xfrm>
            </p:grpSpPr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21D5661D-43A0-4005-AB37-4DB3FF1E108D}"/>
                    </a:ext>
                  </a:extLst>
                </p:cNvPr>
                <p:cNvSpPr txBox="1"/>
                <p:nvPr/>
              </p:nvSpPr>
              <p:spPr>
                <a:xfrm>
                  <a:off x="4458604" y="411181"/>
                  <a:ext cx="153179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lang="en-US" altLang="zh-CN" sz="1200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Output embedding</a:t>
                  </a:r>
                  <a:endParaRPr lang="zh-CN" alt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92168B62-4712-4FA8-89CF-45E4F1154444}"/>
                    </a:ext>
                  </a:extLst>
                </p:cNvPr>
                <p:cNvSpPr txBox="1"/>
                <p:nvPr/>
              </p:nvSpPr>
              <p:spPr>
                <a:xfrm>
                  <a:off x="4763733" y="-64454"/>
                  <a:ext cx="83614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lang="en-US" altLang="zh-CN" sz="1200" dirty="0" err="1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Softmax</a:t>
                  </a:r>
                  <a:endParaRPr lang="zh-CN" altLang="en-US" sz="1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91" name="组合 390">
                <a:extLst>
                  <a:ext uri="{FF2B5EF4-FFF2-40B4-BE49-F238E27FC236}">
                    <a16:creationId xmlns:a16="http://schemas.microsoft.com/office/drawing/2014/main" id="{7768116B-C417-4E18-890C-74B99AB23CEA}"/>
                  </a:ext>
                </a:extLst>
              </p:cNvPr>
              <p:cNvGrpSpPr/>
              <p:nvPr/>
            </p:nvGrpSpPr>
            <p:grpSpPr>
              <a:xfrm>
                <a:off x="1194321" y="2413482"/>
                <a:ext cx="771750" cy="1661711"/>
                <a:chOff x="1194321" y="2413482"/>
                <a:chExt cx="771750" cy="166171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2" name="文本框 391">
                      <a:extLst>
                        <a:ext uri="{FF2B5EF4-FFF2-40B4-BE49-F238E27FC236}">
                          <a16:creationId xmlns:a16="http://schemas.microsoft.com/office/drawing/2014/main" id="{2F18BD4B-9880-4293-A20C-A36CEA18A1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01646" y="3877767"/>
                      <a:ext cx="749885" cy="19742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defTabSz="9144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Decoder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91" name="文本框 90">
                      <a:extLst>
                        <a:ext uri="{FF2B5EF4-FFF2-40B4-BE49-F238E27FC236}">
                          <a16:creationId xmlns:a16="http://schemas.microsoft.com/office/drawing/2014/main" id="{7AD2D9C9-1BB8-4E2B-A8BE-EB8F143E840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01646" y="3877767"/>
                      <a:ext cx="749885" cy="197426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4878" b="-90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3" name="文本框 392">
                      <a:extLst>
                        <a:ext uri="{FF2B5EF4-FFF2-40B4-BE49-F238E27FC236}">
                          <a16:creationId xmlns:a16="http://schemas.microsoft.com/office/drawing/2014/main" id="{2930D034-9494-400F-A220-CC5811B433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4321" y="2413482"/>
                      <a:ext cx="771750" cy="19742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 defTabSz="9144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Decoder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d>
                              </m:sup>
                            </m:sSup>
                          </m:oMath>
                        </m:oMathPara>
                      </a14:m>
                      <a:endParaRPr lang="zh-CN" altLang="en-US" sz="1200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92" name="文本框 91">
                      <a:extLst>
                        <a:ext uri="{FF2B5EF4-FFF2-40B4-BE49-F238E27FC236}">
                          <a16:creationId xmlns:a16="http://schemas.microsoft.com/office/drawing/2014/main" id="{F2D98620-5B73-491F-B433-FAE10F5333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94321" y="2413482"/>
                      <a:ext cx="771750" cy="19742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4762" b="-93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4" name="文本框 393">
                      <a:extLst>
                        <a:ext uri="{FF2B5EF4-FFF2-40B4-BE49-F238E27FC236}">
                          <a16:creationId xmlns:a16="http://schemas.microsoft.com/office/drawing/2014/main" id="{0F1A874D-A4FD-43C4-A786-56BFDAA387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12869" y="2649324"/>
                      <a:ext cx="134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9144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zh-CN" altLang="en-US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115" name="文本框 114">
                      <a:extLst>
                        <a:ext uri="{FF2B5EF4-FFF2-40B4-BE49-F238E27FC236}">
                          <a16:creationId xmlns:a16="http://schemas.microsoft.com/office/drawing/2014/main" id="{553FC30E-59F7-467C-BB74-76CB59381A3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12869" y="2649324"/>
                      <a:ext cx="134652" cy="276999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6364" r="-36364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5" name="文本框 394">
                      <a:extLst>
                        <a:ext uri="{FF2B5EF4-FFF2-40B4-BE49-F238E27FC236}">
                          <a16:creationId xmlns:a16="http://schemas.microsoft.com/office/drawing/2014/main" id="{318791DE-4E67-494F-BF1D-C1D1D77D28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09262" y="3562352"/>
                      <a:ext cx="1346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9144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zh-CN" altLang="en-US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279" name="文本框 278">
                      <a:extLst>
                        <a:ext uri="{FF2B5EF4-FFF2-40B4-BE49-F238E27FC236}">
                          <a16:creationId xmlns:a16="http://schemas.microsoft.com/office/drawing/2014/main" id="{DD288102-1378-411A-8FAA-D949DEA531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09262" y="3562352"/>
                      <a:ext cx="134652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6364" r="-36364" b="-434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362" name="直接箭头连接符 361">
              <a:extLst>
                <a:ext uri="{FF2B5EF4-FFF2-40B4-BE49-F238E27FC236}">
                  <a16:creationId xmlns:a16="http://schemas.microsoft.com/office/drawing/2014/main" id="{5889BC27-3B21-45DD-A807-D379A70FD47E}"/>
                </a:ext>
              </a:extLst>
            </p:cNvPr>
            <p:cNvCxnSpPr>
              <a:cxnSpLocks/>
              <a:stCxn id="383" idx="0"/>
              <a:endCxn id="379" idx="2"/>
            </p:cNvCxnSpPr>
            <p:nvPr/>
          </p:nvCxnSpPr>
          <p:spPr>
            <a:xfrm flipH="1" flipV="1">
              <a:off x="5678730" y="1469049"/>
              <a:ext cx="1" cy="401509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  <a:tailEnd type="triangle"/>
            </a:ln>
            <a:effectLst/>
          </p:spPr>
        </p:cxnSp>
        <p:cxnSp>
          <p:nvCxnSpPr>
            <p:cNvPr id="363" name="直接箭头连接符 362">
              <a:extLst>
                <a:ext uri="{FF2B5EF4-FFF2-40B4-BE49-F238E27FC236}">
                  <a16:creationId xmlns:a16="http://schemas.microsoft.com/office/drawing/2014/main" id="{69B5D042-6CA0-445A-9AA3-7AC68E535FF2}"/>
                </a:ext>
              </a:extLst>
            </p:cNvPr>
            <p:cNvCxnSpPr>
              <a:cxnSpLocks/>
              <a:stCxn id="369" idx="0"/>
              <a:endCxn id="381" idx="2"/>
            </p:cNvCxnSpPr>
            <p:nvPr/>
          </p:nvCxnSpPr>
          <p:spPr>
            <a:xfrm flipV="1">
              <a:off x="5670395" y="4444836"/>
              <a:ext cx="1448" cy="431177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  <a:tailEnd type="triangle"/>
            </a:ln>
            <a:effectLst/>
          </p:spPr>
        </p:cxnSp>
        <p:grpSp>
          <p:nvGrpSpPr>
            <p:cNvPr id="364" name="组合 363">
              <a:extLst>
                <a:ext uri="{FF2B5EF4-FFF2-40B4-BE49-F238E27FC236}">
                  <a16:creationId xmlns:a16="http://schemas.microsoft.com/office/drawing/2014/main" id="{BE6DFB6E-5890-4B29-B6B3-4F69CBE3A498}"/>
                </a:ext>
              </a:extLst>
            </p:cNvPr>
            <p:cNvGrpSpPr/>
            <p:nvPr/>
          </p:nvGrpSpPr>
          <p:grpSpPr>
            <a:xfrm>
              <a:off x="5081098" y="1806815"/>
              <a:ext cx="1199844" cy="2797053"/>
              <a:chOff x="1727292" y="1331129"/>
              <a:chExt cx="1199844" cy="279705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1" name="文本框 380">
                    <a:extLst>
                      <a:ext uri="{FF2B5EF4-FFF2-40B4-BE49-F238E27FC236}">
                        <a16:creationId xmlns:a16="http://schemas.microsoft.com/office/drawing/2014/main" id="{17F9FBA1-2E75-46BF-BEE9-BDF11E276758}"/>
                      </a:ext>
                    </a:extLst>
                  </p:cNvPr>
                  <p:cNvSpPr txBox="1"/>
                  <p:nvPr/>
                </p:nvSpPr>
                <p:spPr>
                  <a:xfrm>
                    <a:off x="1841784" y="3623734"/>
                    <a:ext cx="952505" cy="34541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1:0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81" name="文本框 380">
                    <a:extLst>
                      <a:ext uri="{FF2B5EF4-FFF2-40B4-BE49-F238E27FC236}">
                        <a16:creationId xmlns:a16="http://schemas.microsoft.com/office/drawing/2014/main" id="{17F9FBA1-2E75-46BF-BEE9-BDF11E2767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41784" y="3623734"/>
                    <a:ext cx="952505" cy="34541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459" r="-1274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2" name="文本框 381">
                    <a:extLst>
                      <a:ext uri="{FF2B5EF4-FFF2-40B4-BE49-F238E27FC236}">
                        <a16:creationId xmlns:a16="http://schemas.microsoft.com/office/drawing/2014/main" id="{9AF1E908-4435-4B2E-A03F-4C0BD061DCD0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370" y="2510795"/>
                    <a:ext cx="966611" cy="34541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1:0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82" name="文本框 381">
                    <a:extLst>
                      <a:ext uri="{FF2B5EF4-FFF2-40B4-BE49-F238E27FC236}">
                        <a16:creationId xmlns:a16="http://schemas.microsoft.com/office/drawing/2014/main" id="{9AF1E908-4435-4B2E-A03F-4C0BD061DC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370" y="2510795"/>
                    <a:ext cx="966611" cy="34541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4403" r="-1258" b="-1403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3" name="文本框 382">
                    <a:extLst>
                      <a:ext uri="{FF2B5EF4-FFF2-40B4-BE49-F238E27FC236}">
                        <a16:creationId xmlns:a16="http://schemas.microsoft.com/office/drawing/2014/main" id="{9FA51FF3-1779-425C-8518-777747B637F1}"/>
                      </a:ext>
                    </a:extLst>
                  </p:cNvPr>
                  <p:cNvSpPr txBox="1"/>
                  <p:nvPr/>
                </p:nvSpPr>
                <p:spPr>
                  <a:xfrm>
                    <a:off x="1825589" y="1394872"/>
                    <a:ext cx="998671" cy="34541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1:0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83" name="文本框 382">
                    <a:extLst>
                      <a:ext uri="{FF2B5EF4-FFF2-40B4-BE49-F238E27FC236}">
                        <a16:creationId xmlns:a16="http://schemas.microsoft.com/office/drawing/2014/main" id="{9FA51FF3-1779-425C-8518-777747B637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5589" y="1394872"/>
                    <a:ext cx="998671" cy="34541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908" b="-1403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4" name="直接箭头连接符 383">
                <a:extLst>
                  <a:ext uri="{FF2B5EF4-FFF2-40B4-BE49-F238E27FC236}">
                    <a16:creationId xmlns:a16="http://schemas.microsoft.com/office/drawing/2014/main" id="{5C9CE16A-A000-4089-8676-F81ADE63AE9D}"/>
                  </a:ext>
                </a:extLst>
              </p:cNvPr>
              <p:cNvCxnSpPr>
                <a:cxnSpLocks/>
                <a:stCxn id="381" idx="0"/>
                <a:endCxn id="386" idx="2"/>
              </p:cNvCxnSpPr>
              <p:nvPr/>
            </p:nvCxnSpPr>
            <p:spPr>
              <a:xfrm flipH="1" flipV="1">
                <a:off x="2316589" y="3207140"/>
                <a:ext cx="1448" cy="41659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85" name="直接箭头连接符 384">
                <a:extLst>
                  <a:ext uri="{FF2B5EF4-FFF2-40B4-BE49-F238E27FC236}">
                    <a16:creationId xmlns:a16="http://schemas.microsoft.com/office/drawing/2014/main" id="{EFCA38BF-FC08-4994-818E-F14F67654C92}"/>
                  </a:ext>
                </a:extLst>
              </p:cNvPr>
              <p:cNvCxnSpPr>
                <a:cxnSpLocks/>
                <a:stCxn id="387" idx="0"/>
                <a:endCxn id="383" idx="2"/>
              </p:cNvCxnSpPr>
              <p:nvPr/>
            </p:nvCxnSpPr>
            <p:spPr>
              <a:xfrm flipH="1" flipV="1">
                <a:off x="2324925" y="1740288"/>
                <a:ext cx="7855" cy="405979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6" name="文本框 385">
                    <a:extLst>
                      <a:ext uri="{FF2B5EF4-FFF2-40B4-BE49-F238E27FC236}">
                        <a16:creationId xmlns:a16="http://schemas.microsoft.com/office/drawing/2014/main" id="{18C7E597-D05D-4F53-8CC4-7D9E6A1E1E44}"/>
                      </a:ext>
                    </a:extLst>
                  </p:cNvPr>
                  <p:cNvSpPr txBox="1"/>
                  <p:nvPr/>
                </p:nvSpPr>
                <p:spPr>
                  <a:xfrm>
                    <a:off x="2249263" y="2930141"/>
                    <a:ext cx="13465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19698E21-C92C-4138-9A93-75232576ED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49263" y="2930141"/>
                    <a:ext cx="134652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6364" r="-36364" b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7" name="文本框 386">
                    <a:extLst>
                      <a:ext uri="{FF2B5EF4-FFF2-40B4-BE49-F238E27FC236}">
                        <a16:creationId xmlns:a16="http://schemas.microsoft.com/office/drawing/2014/main" id="{F5F29E21-C783-44B8-8021-B5B9569F0CC6}"/>
                      </a:ext>
                    </a:extLst>
                  </p:cNvPr>
                  <p:cNvSpPr txBox="1"/>
                  <p:nvPr/>
                </p:nvSpPr>
                <p:spPr>
                  <a:xfrm>
                    <a:off x="2265454" y="2146267"/>
                    <a:ext cx="13465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C202402C-E9A0-4D9D-BAF4-2887B41EF0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65454" y="2146267"/>
                    <a:ext cx="134652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6364" r="-3636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8" name="矩形: 圆角 387">
                <a:extLst>
                  <a:ext uri="{FF2B5EF4-FFF2-40B4-BE49-F238E27FC236}">
                    <a16:creationId xmlns:a16="http://schemas.microsoft.com/office/drawing/2014/main" id="{A37C050F-2BD0-40A7-9B4F-9A5062FAD8E1}"/>
                  </a:ext>
                </a:extLst>
              </p:cNvPr>
              <p:cNvSpPr/>
              <p:nvPr/>
            </p:nvSpPr>
            <p:spPr>
              <a:xfrm>
                <a:off x="1727292" y="1331129"/>
                <a:ext cx="1199844" cy="2797053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Dot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374" name="组合 373">
              <a:extLst>
                <a:ext uri="{FF2B5EF4-FFF2-40B4-BE49-F238E27FC236}">
                  <a16:creationId xmlns:a16="http://schemas.microsoft.com/office/drawing/2014/main" id="{83913A9E-5CB1-449C-B6A9-3CF31B0088B7}"/>
                </a:ext>
              </a:extLst>
            </p:cNvPr>
            <p:cNvGrpSpPr/>
            <p:nvPr/>
          </p:nvGrpSpPr>
          <p:grpSpPr>
            <a:xfrm>
              <a:off x="5260089" y="150363"/>
              <a:ext cx="851130" cy="1318686"/>
              <a:chOff x="2331155" y="238095"/>
              <a:chExt cx="851130" cy="13186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6" name="文本框 375">
                    <a:extLst>
                      <a:ext uri="{FF2B5EF4-FFF2-40B4-BE49-F238E27FC236}">
                        <a16:creationId xmlns:a16="http://schemas.microsoft.com/office/drawing/2014/main" id="{8B56BAAF-001C-416D-8DC6-EE3F5DE4975A}"/>
                      </a:ext>
                    </a:extLst>
                  </p:cNvPr>
                  <p:cNvSpPr txBox="1"/>
                  <p:nvPr/>
                </p:nvSpPr>
                <p:spPr>
                  <a:xfrm>
                    <a:off x="2530379" y="729882"/>
                    <a:ext cx="452683" cy="2887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6" name="文本框 375">
                    <a:extLst>
                      <a:ext uri="{FF2B5EF4-FFF2-40B4-BE49-F238E27FC236}">
                        <a16:creationId xmlns:a16="http://schemas.microsoft.com/office/drawing/2014/main" id="{8B56BAAF-001C-416D-8DC6-EE3F5DE497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0379" y="729882"/>
                    <a:ext cx="452683" cy="28879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703" t="-8333" r="-67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7" name="文本框 376">
                    <a:extLst>
                      <a:ext uri="{FF2B5EF4-FFF2-40B4-BE49-F238E27FC236}">
                        <a16:creationId xmlns:a16="http://schemas.microsoft.com/office/drawing/2014/main" id="{2DA34B97-9E32-4A02-BEFC-CC9517ED7851}"/>
                      </a:ext>
                    </a:extLst>
                  </p:cNvPr>
                  <p:cNvSpPr txBox="1"/>
                  <p:nvPr/>
                </p:nvSpPr>
                <p:spPr>
                  <a:xfrm>
                    <a:off x="2331155" y="238095"/>
                    <a:ext cx="851130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7" name="文本框 376">
                    <a:extLst>
                      <a:ext uri="{FF2B5EF4-FFF2-40B4-BE49-F238E27FC236}">
                        <a16:creationId xmlns:a16="http://schemas.microsoft.com/office/drawing/2014/main" id="{2DA34B97-9E32-4A02-BEFC-CC9517ED78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31155" y="238095"/>
                    <a:ext cx="851130" cy="2887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5755" t="-8511" r="-5036" b="-85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8" name="直接箭头连接符 377">
                <a:extLst>
                  <a:ext uri="{FF2B5EF4-FFF2-40B4-BE49-F238E27FC236}">
                    <a16:creationId xmlns:a16="http://schemas.microsoft.com/office/drawing/2014/main" id="{19A66879-78B7-4299-9968-3DE93E9C4EE4}"/>
                  </a:ext>
                </a:extLst>
              </p:cNvPr>
              <p:cNvCxnSpPr>
                <a:cxnSpLocks/>
                <a:stCxn id="376" idx="0"/>
                <a:endCxn id="377" idx="2"/>
              </p:cNvCxnSpPr>
              <p:nvPr/>
            </p:nvCxnSpPr>
            <p:spPr>
              <a:xfrm flipH="1" flipV="1">
                <a:off x="2756720" y="526892"/>
                <a:ext cx="1" cy="20299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9" name="文本框 378">
                    <a:extLst>
                      <a:ext uri="{FF2B5EF4-FFF2-40B4-BE49-F238E27FC236}">
                        <a16:creationId xmlns:a16="http://schemas.microsoft.com/office/drawing/2014/main" id="{69008593-6FA6-413C-A086-9E774325A112}"/>
                      </a:ext>
                    </a:extLst>
                  </p:cNvPr>
                  <p:cNvSpPr txBox="1"/>
                  <p:nvPr/>
                </p:nvSpPr>
                <p:spPr>
                  <a:xfrm>
                    <a:off x="2509121" y="1209763"/>
                    <a:ext cx="481349" cy="34701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86BA0C14-EEF9-4F2A-B80A-5A6FC1B5D2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09121" y="1209763"/>
                    <a:ext cx="481349" cy="34701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1392" t="-3509" r="-7595" b="-1754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80" name="直接箭头连接符 379">
                <a:extLst>
                  <a:ext uri="{FF2B5EF4-FFF2-40B4-BE49-F238E27FC236}">
                    <a16:creationId xmlns:a16="http://schemas.microsoft.com/office/drawing/2014/main" id="{DFFD3BCF-48E7-4660-BF11-914A941EA247}"/>
                  </a:ext>
                </a:extLst>
              </p:cNvPr>
              <p:cNvCxnSpPr>
                <a:cxnSpLocks/>
                <a:stCxn id="379" idx="0"/>
                <a:endCxn id="376" idx="2"/>
              </p:cNvCxnSpPr>
              <p:nvPr/>
            </p:nvCxnSpPr>
            <p:spPr>
              <a:xfrm flipV="1">
                <a:off x="2749796" y="1018679"/>
                <a:ext cx="6925" cy="19108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367" name="组合 366">
              <a:extLst>
                <a:ext uri="{FF2B5EF4-FFF2-40B4-BE49-F238E27FC236}">
                  <a16:creationId xmlns:a16="http://schemas.microsoft.com/office/drawing/2014/main" id="{34C446AC-D1C8-4B05-8592-BE336BE2011C}"/>
                </a:ext>
              </a:extLst>
            </p:cNvPr>
            <p:cNvGrpSpPr/>
            <p:nvPr/>
          </p:nvGrpSpPr>
          <p:grpSpPr>
            <a:xfrm>
              <a:off x="5249431" y="4876013"/>
              <a:ext cx="851130" cy="1435042"/>
              <a:chOff x="1895625" y="4400327"/>
              <a:chExt cx="851130" cy="1435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9" name="文本框 368">
                    <a:extLst>
                      <a:ext uri="{FF2B5EF4-FFF2-40B4-BE49-F238E27FC236}">
                        <a16:creationId xmlns:a16="http://schemas.microsoft.com/office/drawing/2014/main" id="{FBA78EC3-5C54-499B-967F-06D5EDE729A6}"/>
                      </a:ext>
                    </a:extLst>
                  </p:cNvPr>
                  <p:cNvSpPr txBox="1"/>
                  <p:nvPr/>
                </p:nvSpPr>
                <p:spPr>
                  <a:xfrm>
                    <a:off x="2092521" y="4400327"/>
                    <a:ext cx="448136" cy="3564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6CB043A3-2751-45E8-9514-0DB95009D7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2521" y="4400327"/>
                    <a:ext cx="448136" cy="3564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0811" b="-1186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0" name="文本框 369">
                    <a:extLst>
                      <a:ext uri="{FF2B5EF4-FFF2-40B4-BE49-F238E27FC236}">
                        <a16:creationId xmlns:a16="http://schemas.microsoft.com/office/drawing/2014/main" id="{256CF4ED-DACC-4B42-9B34-684DB1DF2077}"/>
                      </a:ext>
                    </a:extLst>
                  </p:cNvPr>
                  <p:cNvSpPr txBox="1"/>
                  <p:nvPr/>
                </p:nvSpPr>
                <p:spPr>
                  <a:xfrm>
                    <a:off x="2100352" y="5004050"/>
                    <a:ext cx="450000" cy="2887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0" name="文本框 369">
                    <a:extLst>
                      <a:ext uri="{FF2B5EF4-FFF2-40B4-BE49-F238E27FC236}">
                        <a16:creationId xmlns:a16="http://schemas.microsoft.com/office/drawing/2014/main" id="{256CF4ED-DACC-4B42-9B34-684DB1DF20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0352" y="5004050"/>
                    <a:ext cx="450000" cy="28879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5405" t="-8511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1" name="文本框 370">
                    <a:extLst>
                      <a:ext uri="{FF2B5EF4-FFF2-40B4-BE49-F238E27FC236}">
                        <a16:creationId xmlns:a16="http://schemas.microsoft.com/office/drawing/2014/main" id="{7336D767-5914-4580-9D61-3C22BE25A547}"/>
                      </a:ext>
                    </a:extLst>
                  </p:cNvPr>
                  <p:cNvSpPr txBox="1"/>
                  <p:nvPr/>
                </p:nvSpPr>
                <p:spPr>
                  <a:xfrm>
                    <a:off x="1895625" y="5540169"/>
                    <a:ext cx="851130" cy="2952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[1</m:t>
                              </m:r>
                              <m: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1" name="文本框 370">
                    <a:extLst>
                      <a:ext uri="{FF2B5EF4-FFF2-40B4-BE49-F238E27FC236}">
                        <a16:creationId xmlns:a16="http://schemas.microsoft.com/office/drawing/2014/main" id="{7336D767-5914-4580-9D61-3C22BE25A5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5625" y="5540169"/>
                    <a:ext cx="851130" cy="29520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5714" t="-8333" r="-5000" b="-62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2" name="直接箭头连接符 371">
                <a:extLst>
                  <a:ext uri="{FF2B5EF4-FFF2-40B4-BE49-F238E27FC236}">
                    <a16:creationId xmlns:a16="http://schemas.microsoft.com/office/drawing/2014/main" id="{2FE8645C-5388-4A12-BADF-8C12F1B5DFA3}"/>
                  </a:ext>
                </a:extLst>
              </p:cNvPr>
              <p:cNvCxnSpPr>
                <a:cxnSpLocks/>
                <a:stCxn id="371" idx="0"/>
                <a:endCxn id="370" idx="2"/>
              </p:cNvCxnSpPr>
              <p:nvPr/>
            </p:nvCxnSpPr>
            <p:spPr>
              <a:xfrm flipV="1">
                <a:off x="2321190" y="5292847"/>
                <a:ext cx="4162" cy="247322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73" name="直接箭头连接符 372">
                <a:extLst>
                  <a:ext uri="{FF2B5EF4-FFF2-40B4-BE49-F238E27FC236}">
                    <a16:creationId xmlns:a16="http://schemas.microsoft.com/office/drawing/2014/main" id="{C2F12A41-C9AE-41E0-B9B9-5AE6F522D45B}"/>
                  </a:ext>
                </a:extLst>
              </p:cNvPr>
              <p:cNvCxnSpPr>
                <a:cxnSpLocks/>
                <a:stCxn id="370" idx="0"/>
                <a:endCxn id="369" idx="2"/>
              </p:cNvCxnSpPr>
              <p:nvPr/>
            </p:nvCxnSpPr>
            <p:spPr>
              <a:xfrm flipH="1" flipV="1">
                <a:off x="2316589" y="4756727"/>
                <a:ext cx="8763" cy="247323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335" name="直接箭头连接符 334">
              <a:extLst>
                <a:ext uri="{FF2B5EF4-FFF2-40B4-BE49-F238E27FC236}">
                  <a16:creationId xmlns:a16="http://schemas.microsoft.com/office/drawing/2014/main" id="{9E4D9379-4D48-4BD5-9870-DA5006D1A010}"/>
                </a:ext>
              </a:extLst>
            </p:cNvPr>
            <p:cNvCxnSpPr>
              <a:cxnSpLocks/>
              <a:stCxn id="356" idx="0"/>
              <a:endCxn id="352" idx="2"/>
            </p:cNvCxnSpPr>
            <p:nvPr/>
          </p:nvCxnSpPr>
          <p:spPr>
            <a:xfrm flipV="1">
              <a:off x="9251982" y="1482369"/>
              <a:ext cx="12083" cy="388189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  <a:tailEnd type="triangle"/>
            </a:ln>
            <a:effectLst/>
          </p:spPr>
        </p:cxnSp>
        <p:cxnSp>
          <p:nvCxnSpPr>
            <p:cNvPr id="336" name="直接箭头连接符 335">
              <a:extLst>
                <a:ext uri="{FF2B5EF4-FFF2-40B4-BE49-F238E27FC236}">
                  <a16:creationId xmlns:a16="http://schemas.microsoft.com/office/drawing/2014/main" id="{03B33365-ABC4-4B15-8BBC-49293437579B}"/>
                </a:ext>
              </a:extLst>
            </p:cNvPr>
            <p:cNvCxnSpPr>
              <a:cxnSpLocks/>
              <a:stCxn id="342" idx="0"/>
              <a:endCxn id="354" idx="2"/>
            </p:cNvCxnSpPr>
            <p:nvPr/>
          </p:nvCxnSpPr>
          <p:spPr>
            <a:xfrm flipH="1" flipV="1">
              <a:off x="9249897" y="4443036"/>
              <a:ext cx="6550" cy="432977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  <a:tailEnd type="triangle"/>
            </a:ln>
            <a:effectLst/>
          </p:spPr>
        </p:cxnSp>
        <p:grpSp>
          <p:nvGrpSpPr>
            <p:cNvPr id="337" name="组合 336">
              <a:extLst>
                <a:ext uri="{FF2B5EF4-FFF2-40B4-BE49-F238E27FC236}">
                  <a16:creationId xmlns:a16="http://schemas.microsoft.com/office/drawing/2014/main" id="{D339B657-038E-455F-ABF7-0F00D1173AD8}"/>
                </a:ext>
              </a:extLst>
            </p:cNvPr>
            <p:cNvGrpSpPr/>
            <p:nvPr/>
          </p:nvGrpSpPr>
          <p:grpSpPr>
            <a:xfrm>
              <a:off x="8578391" y="1801960"/>
              <a:ext cx="1349189" cy="2797053"/>
              <a:chOff x="5595542" y="1326274"/>
              <a:chExt cx="1349189" cy="279705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4" name="文本框 353">
                    <a:extLst>
                      <a:ext uri="{FF2B5EF4-FFF2-40B4-BE49-F238E27FC236}">
                        <a16:creationId xmlns:a16="http://schemas.microsoft.com/office/drawing/2014/main" id="{D4762B18-B0BF-4172-ADD5-1A5E79CE4F77}"/>
                      </a:ext>
                    </a:extLst>
                  </p:cNvPr>
                  <p:cNvSpPr txBox="1"/>
                  <p:nvPr/>
                </p:nvSpPr>
                <p:spPr>
                  <a:xfrm>
                    <a:off x="5595542" y="3623602"/>
                    <a:ext cx="1343012" cy="3437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54" name="文本框 353">
                    <a:extLst>
                      <a:ext uri="{FF2B5EF4-FFF2-40B4-BE49-F238E27FC236}">
                        <a16:creationId xmlns:a16="http://schemas.microsoft.com/office/drawing/2014/main" id="{D4762B18-B0BF-4172-ADD5-1A5E79CE4F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5542" y="3623602"/>
                    <a:ext cx="1343012" cy="343748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810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5" name="文本框 354">
                    <a:extLst>
                      <a:ext uri="{FF2B5EF4-FFF2-40B4-BE49-F238E27FC236}">
                        <a16:creationId xmlns:a16="http://schemas.microsoft.com/office/drawing/2014/main" id="{2ED73548-49B1-496A-B04C-E912FF4393C4}"/>
                      </a:ext>
                    </a:extLst>
                  </p:cNvPr>
                  <p:cNvSpPr txBox="1"/>
                  <p:nvPr/>
                </p:nvSpPr>
                <p:spPr>
                  <a:xfrm>
                    <a:off x="5600648" y="2510900"/>
                    <a:ext cx="1343011" cy="3437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55" name="文本框 354">
                    <a:extLst>
                      <a:ext uri="{FF2B5EF4-FFF2-40B4-BE49-F238E27FC236}">
                        <a16:creationId xmlns:a16="http://schemas.microsoft.com/office/drawing/2014/main" id="{2ED73548-49B1-496A-B04C-E912FF4393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0648" y="2510900"/>
                    <a:ext cx="1343011" cy="34374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818" b="-160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6" name="文本框 355">
                    <a:extLst>
                      <a:ext uri="{FF2B5EF4-FFF2-40B4-BE49-F238E27FC236}">
                        <a16:creationId xmlns:a16="http://schemas.microsoft.com/office/drawing/2014/main" id="{8BE38DBE-255E-48C0-9FEB-292479680A1E}"/>
                      </a:ext>
                    </a:extLst>
                  </p:cNvPr>
                  <p:cNvSpPr txBox="1"/>
                  <p:nvPr/>
                </p:nvSpPr>
                <p:spPr>
                  <a:xfrm>
                    <a:off x="5597628" y="1394872"/>
                    <a:ext cx="1343010" cy="3437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56" name="文本框 355">
                    <a:extLst>
                      <a:ext uri="{FF2B5EF4-FFF2-40B4-BE49-F238E27FC236}">
                        <a16:creationId xmlns:a16="http://schemas.microsoft.com/office/drawing/2014/main" id="{8BE38DBE-255E-48C0-9FEB-292479680A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7628" y="1394872"/>
                    <a:ext cx="1343010" cy="34374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273" b="-160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7" name="直接箭头连接符 356">
                <a:extLst>
                  <a:ext uri="{FF2B5EF4-FFF2-40B4-BE49-F238E27FC236}">
                    <a16:creationId xmlns:a16="http://schemas.microsoft.com/office/drawing/2014/main" id="{5030112E-6AD0-46F3-BF74-BC9E403812F2}"/>
                  </a:ext>
                </a:extLst>
              </p:cNvPr>
              <p:cNvCxnSpPr>
                <a:cxnSpLocks/>
                <a:stCxn id="354" idx="0"/>
                <a:endCxn id="359" idx="2"/>
              </p:cNvCxnSpPr>
              <p:nvPr/>
            </p:nvCxnSpPr>
            <p:spPr>
              <a:xfrm flipV="1">
                <a:off x="6267048" y="3201610"/>
                <a:ext cx="5105" cy="421992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58" name="直接箭头连接符 357">
                <a:extLst>
                  <a:ext uri="{FF2B5EF4-FFF2-40B4-BE49-F238E27FC236}">
                    <a16:creationId xmlns:a16="http://schemas.microsoft.com/office/drawing/2014/main" id="{8D898154-2A7A-4D1A-8EA5-F9E26F2E9A60}"/>
                  </a:ext>
                </a:extLst>
              </p:cNvPr>
              <p:cNvCxnSpPr>
                <a:cxnSpLocks/>
                <a:stCxn id="360" idx="0"/>
                <a:endCxn id="356" idx="2"/>
              </p:cNvCxnSpPr>
              <p:nvPr/>
            </p:nvCxnSpPr>
            <p:spPr>
              <a:xfrm flipH="1" flipV="1">
                <a:off x="6269133" y="1738620"/>
                <a:ext cx="3020" cy="41167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9" name="文本框 358">
                    <a:extLst>
                      <a:ext uri="{FF2B5EF4-FFF2-40B4-BE49-F238E27FC236}">
                        <a16:creationId xmlns:a16="http://schemas.microsoft.com/office/drawing/2014/main" id="{51683FF0-AFFA-4C35-9E6B-4771B578AAC3}"/>
                      </a:ext>
                    </a:extLst>
                  </p:cNvPr>
                  <p:cNvSpPr txBox="1"/>
                  <p:nvPr/>
                </p:nvSpPr>
                <p:spPr>
                  <a:xfrm>
                    <a:off x="6204827" y="2924611"/>
                    <a:ext cx="13465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59" name="文本框 358">
                    <a:extLst>
                      <a:ext uri="{FF2B5EF4-FFF2-40B4-BE49-F238E27FC236}">
                        <a16:creationId xmlns:a16="http://schemas.microsoft.com/office/drawing/2014/main" id="{51683FF0-AFFA-4C35-9E6B-4771B578AA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4827" y="2924611"/>
                    <a:ext cx="134652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6364" r="-3636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0" name="文本框 359">
                    <a:extLst>
                      <a:ext uri="{FF2B5EF4-FFF2-40B4-BE49-F238E27FC236}">
                        <a16:creationId xmlns:a16="http://schemas.microsoft.com/office/drawing/2014/main" id="{1D5A36FB-99FB-4D0A-8494-74E8518DCA84}"/>
                      </a:ext>
                    </a:extLst>
                  </p:cNvPr>
                  <p:cNvSpPr txBox="1"/>
                  <p:nvPr/>
                </p:nvSpPr>
                <p:spPr>
                  <a:xfrm>
                    <a:off x="6204827" y="2150294"/>
                    <a:ext cx="13465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60" name="文本框 359">
                    <a:extLst>
                      <a:ext uri="{FF2B5EF4-FFF2-40B4-BE49-F238E27FC236}">
                        <a16:creationId xmlns:a16="http://schemas.microsoft.com/office/drawing/2014/main" id="{1D5A36FB-99FB-4D0A-8494-74E8518DCA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4827" y="2150294"/>
                    <a:ext cx="134652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6364" r="-3636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1" name="矩形: 圆角 360">
                <a:extLst>
                  <a:ext uri="{FF2B5EF4-FFF2-40B4-BE49-F238E27FC236}">
                    <a16:creationId xmlns:a16="http://schemas.microsoft.com/office/drawing/2014/main" id="{1B6BF92D-45BD-4C1D-80C7-E5015B00808B}"/>
                  </a:ext>
                </a:extLst>
              </p:cNvPr>
              <p:cNvSpPr/>
              <p:nvPr/>
            </p:nvSpPr>
            <p:spPr>
              <a:xfrm>
                <a:off x="5601720" y="1326274"/>
                <a:ext cx="1343011" cy="2797053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Dot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347" name="组合 346">
              <a:extLst>
                <a:ext uri="{FF2B5EF4-FFF2-40B4-BE49-F238E27FC236}">
                  <a16:creationId xmlns:a16="http://schemas.microsoft.com/office/drawing/2014/main" id="{34D33A2D-4CD5-4F97-B496-F9D0E74C34B8}"/>
                </a:ext>
              </a:extLst>
            </p:cNvPr>
            <p:cNvGrpSpPr/>
            <p:nvPr/>
          </p:nvGrpSpPr>
          <p:grpSpPr>
            <a:xfrm>
              <a:off x="8825462" y="149525"/>
              <a:ext cx="861967" cy="1332844"/>
              <a:chOff x="6267485" y="237257"/>
              <a:chExt cx="861967" cy="13328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9" name="文本框 348">
                    <a:extLst>
                      <a:ext uri="{FF2B5EF4-FFF2-40B4-BE49-F238E27FC236}">
                        <a16:creationId xmlns:a16="http://schemas.microsoft.com/office/drawing/2014/main" id="{C1FE16FC-84E0-43E1-B281-CB6E3534FF3D}"/>
                      </a:ext>
                    </a:extLst>
                  </p:cNvPr>
                  <p:cNvSpPr txBox="1"/>
                  <p:nvPr/>
                </p:nvSpPr>
                <p:spPr>
                  <a:xfrm>
                    <a:off x="6377375" y="706640"/>
                    <a:ext cx="657424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49" name="文本框 348">
                    <a:extLst>
                      <a:ext uri="{FF2B5EF4-FFF2-40B4-BE49-F238E27FC236}">
                        <a16:creationId xmlns:a16="http://schemas.microsoft.com/office/drawing/2014/main" id="{C1FE16FC-84E0-43E1-B281-CB6E3534FF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7375" y="706640"/>
                    <a:ext cx="657424" cy="28879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3704" t="-8511" r="-648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0" name="文本框 349">
                    <a:extLst>
                      <a:ext uri="{FF2B5EF4-FFF2-40B4-BE49-F238E27FC236}">
                        <a16:creationId xmlns:a16="http://schemas.microsoft.com/office/drawing/2014/main" id="{ACE00A74-C88D-422D-A59F-03CBE60A125C}"/>
                      </a:ext>
                    </a:extLst>
                  </p:cNvPr>
                  <p:cNvSpPr txBox="1"/>
                  <p:nvPr/>
                </p:nvSpPr>
                <p:spPr>
                  <a:xfrm>
                    <a:off x="6267485" y="237257"/>
                    <a:ext cx="861967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50" name="文本框 349">
                    <a:extLst>
                      <a:ext uri="{FF2B5EF4-FFF2-40B4-BE49-F238E27FC236}">
                        <a16:creationId xmlns:a16="http://schemas.microsoft.com/office/drawing/2014/main" id="{ACE00A74-C88D-422D-A59F-03CBE60A12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7485" y="237257"/>
                    <a:ext cx="861967" cy="295978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5674"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1" name="直接箭头连接符 350">
                <a:extLst>
                  <a:ext uri="{FF2B5EF4-FFF2-40B4-BE49-F238E27FC236}">
                    <a16:creationId xmlns:a16="http://schemas.microsoft.com/office/drawing/2014/main" id="{13EA0E04-E4FB-49DC-A9CF-0FFF371B7B03}"/>
                  </a:ext>
                </a:extLst>
              </p:cNvPr>
              <p:cNvCxnSpPr>
                <a:cxnSpLocks/>
                <a:stCxn id="349" idx="0"/>
                <a:endCxn id="350" idx="2"/>
              </p:cNvCxnSpPr>
              <p:nvPr/>
            </p:nvCxnSpPr>
            <p:spPr>
              <a:xfrm flipH="1" flipV="1">
                <a:off x="6698469" y="533235"/>
                <a:ext cx="7618" cy="17340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2" name="文本框 351">
                    <a:extLst>
                      <a:ext uri="{FF2B5EF4-FFF2-40B4-BE49-F238E27FC236}">
                        <a16:creationId xmlns:a16="http://schemas.microsoft.com/office/drawing/2014/main" id="{551D9D25-4014-4D6F-BBE2-FC9DAD020F4B}"/>
                      </a:ext>
                    </a:extLst>
                  </p:cNvPr>
                  <p:cNvSpPr txBox="1"/>
                  <p:nvPr/>
                </p:nvSpPr>
                <p:spPr>
                  <a:xfrm>
                    <a:off x="6425594" y="1219299"/>
                    <a:ext cx="560987" cy="35080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52" name="文本框 351">
                    <a:extLst>
                      <a:ext uri="{FF2B5EF4-FFF2-40B4-BE49-F238E27FC236}">
                        <a16:creationId xmlns:a16="http://schemas.microsoft.com/office/drawing/2014/main" id="{551D9D25-4014-4D6F-BBE2-FC9DAD020F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5594" y="1219299"/>
                    <a:ext cx="560987" cy="35080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9783" t="-3509" r="-4348" b="-1754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3" name="直接箭头连接符 352">
                <a:extLst>
                  <a:ext uri="{FF2B5EF4-FFF2-40B4-BE49-F238E27FC236}">
                    <a16:creationId xmlns:a16="http://schemas.microsoft.com/office/drawing/2014/main" id="{DF48FBCE-2BD4-4CFD-AEF7-0DD4FE697FED}"/>
                  </a:ext>
                </a:extLst>
              </p:cNvPr>
              <p:cNvCxnSpPr>
                <a:cxnSpLocks/>
                <a:stCxn id="352" idx="0"/>
                <a:endCxn id="349" idx="2"/>
              </p:cNvCxnSpPr>
              <p:nvPr/>
            </p:nvCxnSpPr>
            <p:spPr>
              <a:xfrm flipH="1" flipV="1">
                <a:off x="6706087" y="995437"/>
                <a:ext cx="1" cy="223862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340" name="组合 339">
              <a:extLst>
                <a:ext uri="{FF2B5EF4-FFF2-40B4-BE49-F238E27FC236}">
                  <a16:creationId xmlns:a16="http://schemas.microsoft.com/office/drawing/2014/main" id="{318F9C6E-A791-424F-8AA6-D9B9B27DFCCB}"/>
                </a:ext>
              </a:extLst>
            </p:cNvPr>
            <p:cNvGrpSpPr/>
            <p:nvPr/>
          </p:nvGrpSpPr>
          <p:grpSpPr>
            <a:xfrm>
              <a:off x="8715657" y="4876013"/>
              <a:ext cx="1081578" cy="1438434"/>
              <a:chOff x="5732808" y="4400327"/>
              <a:chExt cx="1081578" cy="14384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2" name="文本框 341">
                    <a:extLst>
                      <a:ext uri="{FF2B5EF4-FFF2-40B4-BE49-F238E27FC236}">
                        <a16:creationId xmlns:a16="http://schemas.microsoft.com/office/drawing/2014/main" id="{9A27E75E-21D6-4DE4-B65A-A00C9359A241}"/>
                      </a:ext>
                    </a:extLst>
                  </p:cNvPr>
                  <p:cNvSpPr txBox="1"/>
                  <p:nvPr/>
                </p:nvSpPr>
                <p:spPr>
                  <a:xfrm>
                    <a:off x="5988872" y="4400327"/>
                    <a:ext cx="569451" cy="3437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42" name="文本框 341">
                    <a:extLst>
                      <a:ext uri="{FF2B5EF4-FFF2-40B4-BE49-F238E27FC236}">
                        <a16:creationId xmlns:a16="http://schemas.microsoft.com/office/drawing/2014/main" id="{9A27E75E-21D6-4DE4-B65A-A00C9359A2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8872" y="4400327"/>
                    <a:ext cx="569451" cy="343748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9677" r="-3226" b="-160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3" name="文本框 342">
                    <a:extLst>
                      <a:ext uri="{FF2B5EF4-FFF2-40B4-BE49-F238E27FC236}">
                        <a16:creationId xmlns:a16="http://schemas.microsoft.com/office/drawing/2014/main" id="{96247405-1F74-4CA9-BC70-D3FCD3B176C6}"/>
                      </a:ext>
                    </a:extLst>
                  </p:cNvPr>
                  <p:cNvSpPr txBox="1"/>
                  <p:nvPr/>
                </p:nvSpPr>
                <p:spPr>
                  <a:xfrm>
                    <a:off x="5939275" y="5000792"/>
                    <a:ext cx="668645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43" name="文本框 342">
                    <a:extLst>
                      <a:ext uri="{FF2B5EF4-FFF2-40B4-BE49-F238E27FC236}">
                        <a16:creationId xmlns:a16="http://schemas.microsoft.com/office/drawing/2014/main" id="{96247405-1F74-4CA9-BC70-D3FCD3B176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9275" y="5000792"/>
                    <a:ext cx="668645" cy="28879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3670" t="-8333" r="-64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4" name="文本框 343">
                    <a:extLst>
                      <a:ext uri="{FF2B5EF4-FFF2-40B4-BE49-F238E27FC236}">
                        <a16:creationId xmlns:a16="http://schemas.microsoft.com/office/drawing/2014/main" id="{F4D2C01C-BD6C-4B0F-8055-079EC297DCE5}"/>
                      </a:ext>
                    </a:extLst>
                  </p:cNvPr>
                  <p:cNvSpPr txBox="1"/>
                  <p:nvPr/>
                </p:nvSpPr>
                <p:spPr>
                  <a:xfrm>
                    <a:off x="5732808" y="5542783"/>
                    <a:ext cx="1081578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44" name="文本框 343">
                    <a:extLst>
                      <a:ext uri="{FF2B5EF4-FFF2-40B4-BE49-F238E27FC236}">
                        <a16:creationId xmlns:a16="http://schemas.microsoft.com/office/drawing/2014/main" id="{F4D2C01C-BD6C-4B0F-8055-079EC297DC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32808" y="5542783"/>
                    <a:ext cx="1081578" cy="295978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4520" b="-61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5" name="直接箭头连接符 344">
                <a:extLst>
                  <a:ext uri="{FF2B5EF4-FFF2-40B4-BE49-F238E27FC236}">
                    <a16:creationId xmlns:a16="http://schemas.microsoft.com/office/drawing/2014/main" id="{3FBE97A0-D1D1-4D9A-9C26-8DE2149136DB}"/>
                  </a:ext>
                </a:extLst>
              </p:cNvPr>
              <p:cNvCxnSpPr>
                <a:stCxn id="344" idx="0"/>
                <a:endCxn id="343" idx="2"/>
              </p:cNvCxnSpPr>
              <p:nvPr/>
            </p:nvCxnSpPr>
            <p:spPr>
              <a:xfrm flipV="1">
                <a:off x="6273597" y="5289589"/>
                <a:ext cx="1" cy="25319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46" name="直接箭头连接符 345">
                <a:extLst>
                  <a:ext uri="{FF2B5EF4-FFF2-40B4-BE49-F238E27FC236}">
                    <a16:creationId xmlns:a16="http://schemas.microsoft.com/office/drawing/2014/main" id="{AD9C7D22-516F-4DC2-AB25-A40FD196AE7F}"/>
                  </a:ext>
                </a:extLst>
              </p:cNvPr>
              <p:cNvCxnSpPr>
                <a:cxnSpLocks/>
                <a:stCxn id="343" idx="0"/>
                <a:endCxn id="342" idx="2"/>
              </p:cNvCxnSpPr>
              <p:nvPr/>
            </p:nvCxnSpPr>
            <p:spPr>
              <a:xfrm flipV="1">
                <a:off x="6273598" y="4744075"/>
                <a:ext cx="0" cy="256717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289" name="直接箭头连接符 288">
              <a:extLst>
                <a:ext uri="{FF2B5EF4-FFF2-40B4-BE49-F238E27FC236}">
                  <a16:creationId xmlns:a16="http://schemas.microsoft.com/office/drawing/2014/main" id="{4EEC0DDD-909E-47FC-B0B5-6705F72CAE29}"/>
                </a:ext>
              </a:extLst>
            </p:cNvPr>
            <p:cNvCxnSpPr>
              <a:cxnSpLocks/>
              <a:stCxn id="329" idx="0"/>
              <a:endCxn id="325" idx="2"/>
            </p:cNvCxnSpPr>
            <p:nvPr/>
          </p:nvCxnSpPr>
          <p:spPr>
            <a:xfrm flipH="1" flipV="1">
              <a:off x="11210577" y="1482325"/>
              <a:ext cx="2037" cy="387941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  <a:tailEnd type="triangle"/>
            </a:ln>
            <a:effectLst/>
          </p:spPr>
        </p:cxn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E1DA2C74-4906-4352-9F86-68A385D002A7}"/>
                </a:ext>
              </a:extLst>
            </p:cNvPr>
            <p:cNvCxnSpPr>
              <a:cxnSpLocks/>
              <a:stCxn id="296" idx="0"/>
              <a:endCxn id="327" idx="2"/>
            </p:cNvCxnSpPr>
            <p:nvPr/>
          </p:nvCxnSpPr>
          <p:spPr>
            <a:xfrm flipH="1" flipV="1">
              <a:off x="11206302" y="4442744"/>
              <a:ext cx="8551" cy="432978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dashDot"/>
              <a:miter lim="800000"/>
              <a:tailEnd type="triangle"/>
            </a:ln>
            <a:effectLst/>
          </p:spPr>
        </p:cxnSp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341558B5-C864-4FCF-88B5-0F103C8939D7}"/>
                </a:ext>
              </a:extLst>
            </p:cNvPr>
            <p:cNvGrpSpPr/>
            <p:nvPr/>
          </p:nvGrpSpPr>
          <p:grpSpPr>
            <a:xfrm>
              <a:off x="10604434" y="1810745"/>
              <a:ext cx="1216359" cy="2797053"/>
              <a:chOff x="8645044" y="1335351"/>
              <a:chExt cx="1216359" cy="279705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7" name="文本框 326">
                    <a:extLst>
                      <a:ext uri="{FF2B5EF4-FFF2-40B4-BE49-F238E27FC236}">
                        <a16:creationId xmlns:a16="http://schemas.microsoft.com/office/drawing/2014/main" id="{121BC9CB-7216-4CE4-87BC-1F5DC30E9E05}"/>
                      </a:ext>
                    </a:extLst>
                  </p:cNvPr>
                  <p:cNvSpPr txBox="1"/>
                  <p:nvPr/>
                </p:nvSpPr>
                <p:spPr>
                  <a:xfrm>
                    <a:off x="8655115" y="3623602"/>
                    <a:ext cx="1183594" cy="3437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27" name="文本框 326">
                    <a:extLst>
                      <a:ext uri="{FF2B5EF4-FFF2-40B4-BE49-F238E27FC236}">
                        <a16:creationId xmlns:a16="http://schemas.microsoft.com/office/drawing/2014/main" id="{121BC9CB-7216-4CE4-87BC-1F5DC30E9E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55115" y="3623602"/>
                    <a:ext cx="1183594" cy="343748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3608" r="-1546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8" name="文本框 327">
                    <a:extLst>
                      <a:ext uri="{FF2B5EF4-FFF2-40B4-BE49-F238E27FC236}">
                        <a16:creationId xmlns:a16="http://schemas.microsoft.com/office/drawing/2014/main" id="{78A1579A-C43B-4EE0-BCB1-8F2867660EE4}"/>
                      </a:ext>
                    </a:extLst>
                  </p:cNvPr>
                  <p:cNvSpPr txBox="1"/>
                  <p:nvPr/>
                </p:nvSpPr>
                <p:spPr>
                  <a:xfrm>
                    <a:off x="8646116" y="2510795"/>
                    <a:ext cx="1197700" cy="3437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28" name="文本框 327">
                    <a:extLst>
                      <a:ext uri="{FF2B5EF4-FFF2-40B4-BE49-F238E27FC236}">
                        <a16:creationId xmlns:a16="http://schemas.microsoft.com/office/drawing/2014/main" id="{78A1579A-C43B-4EE0-BCB1-8F2867660E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6116" y="2510795"/>
                    <a:ext cx="1197700" cy="343748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4082" r="-1020" b="-160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9" name="文本框 328">
                    <a:extLst>
                      <a:ext uri="{FF2B5EF4-FFF2-40B4-BE49-F238E27FC236}">
                        <a16:creationId xmlns:a16="http://schemas.microsoft.com/office/drawing/2014/main" id="{4206477D-EB2A-475D-9E6C-DF5D90FC47B1}"/>
                      </a:ext>
                    </a:extLst>
                  </p:cNvPr>
                  <p:cNvSpPr txBox="1"/>
                  <p:nvPr/>
                </p:nvSpPr>
                <p:spPr>
                  <a:xfrm>
                    <a:off x="8645044" y="1394872"/>
                    <a:ext cx="1216359" cy="34374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Sup>
                            <m:sSubSupPr>
                              <m:ctrlPr>
                                <a:rPr lang="en-US" altLang="zh-CN" i="1" kern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>
              <p:sp>
                <p:nvSpPr>
                  <p:cNvPr id="329" name="文本框 328">
                    <a:extLst>
                      <a:ext uri="{FF2B5EF4-FFF2-40B4-BE49-F238E27FC236}">
                        <a16:creationId xmlns:a16="http://schemas.microsoft.com/office/drawing/2014/main" id="{4206477D-EB2A-475D-9E6C-DF5D90FC47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5044" y="1394872"/>
                    <a:ext cx="1216359" cy="343748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4020" r="-1005" b="-1607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0" name="直接箭头连接符 329">
                <a:extLst>
                  <a:ext uri="{FF2B5EF4-FFF2-40B4-BE49-F238E27FC236}">
                    <a16:creationId xmlns:a16="http://schemas.microsoft.com/office/drawing/2014/main" id="{6029D284-248E-4317-9E9B-8716E7082177}"/>
                  </a:ext>
                </a:extLst>
              </p:cNvPr>
              <p:cNvCxnSpPr>
                <a:cxnSpLocks/>
                <a:stCxn id="327" idx="0"/>
                <a:endCxn id="332" idx="2"/>
              </p:cNvCxnSpPr>
              <p:nvPr/>
            </p:nvCxnSpPr>
            <p:spPr>
              <a:xfrm flipV="1">
                <a:off x="9246912" y="3207140"/>
                <a:ext cx="2203" cy="416462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31" name="直接箭头连接符 330">
                <a:extLst>
                  <a:ext uri="{FF2B5EF4-FFF2-40B4-BE49-F238E27FC236}">
                    <a16:creationId xmlns:a16="http://schemas.microsoft.com/office/drawing/2014/main" id="{74C6FCBD-2E4C-405F-9320-0CD3FA805781}"/>
                  </a:ext>
                </a:extLst>
              </p:cNvPr>
              <p:cNvCxnSpPr>
                <a:cxnSpLocks/>
                <a:stCxn id="333" idx="0"/>
                <a:endCxn id="329" idx="2"/>
              </p:cNvCxnSpPr>
              <p:nvPr/>
            </p:nvCxnSpPr>
            <p:spPr>
              <a:xfrm flipH="1" flipV="1">
                <a:off x="9253224" y="1738620"/>
                <a:ext cx="3659" cy="44676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2" name="文本框 331">
                    <a:extLst>
                      <a:ext uri="{FF2B5EF4-FFF2-40B4-BE49-F238E27FC236}">
                        <a16:creationId xmlns:a16="http://schemas.microsoft.com/office/drawing/2014/main" id="{4E33AF31-2B20-479E-B645-61DB0AF46367}"/>
                      </a:ext>
                    </a:extLst>
                  </p:cNvPr>
                  <p:cNvSpPr txBox="1"/>
                  <p:nvPr/>
                </p:nvSpPr>
                <p:spPr>
                  <a:xfrm>
                    <a:off x="9181789" y="2930141"/>
                    <a:ext cx="13465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4583E660-12A0-4339-834C-BA1D01078F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81789" y="2930141"/>
                    <a:ext cx="134652" cy="276999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36364" r="-36364" b="-434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3" name="文本框 332">
                    <a:extLst>
                      <a:ext uri="{FF2B5EF4-FFF2-40B4-BE49-F238E27FC236}">
                        <a16:creationId xmlns:a16="http://schemas.microsoft.com/office/drawing/2014/main" id="{2BE83944-5577-4FD5-9B7D-F7609ACF1DD1}"/>
                      </a:ext>
                    </a:extLst>
                  </p:cNvPr>
                  <p:cNvSpPr txBox="1"/>
                  <p:nvPr/>
                </p:nvSpPr>
                <p:spPr>
                  <a:xfrm>
                    <a:off x="9189557" y="2185384"/>
                    <a:ext cx="134652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0EEAD5C3-0849-4FDA-855C-D7DDD1D55E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89557" y="2185384"/>
                    <a:ext cx="134652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36364" r="-3636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4" name="矩形: 圆角 333">
                <a:extLst>
                  <a:ext uri="{FF2B5EF4-FFF2-40B4-BE49-F238E27FC236}">
                    <a16:creationId xmlns:a16="http://schemas.microsoft.com/office/drawing/2014/main" id="{DFEEC0E5-0832-49A9-8C7D-D357F2C56947}"/>
                  </a:ext>
                </a:extLst>
              </p:cNvPr>
              <p:cNvSpPr/>
              <p:nvPr/>
            </p:nvSpPr>
            <p:spPr>
              <a:xfrm>
                <a:off x="8645044" y="1335351"/>
                <a:ext cx="1199844" cy="2797053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Dot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5F20682A-11A7-4E0E-B390-97BDAD5F4C86}"/>
                </a:ext>
              </a:extLst>
            </p:cNvPr>
            <p:cNvGrpSpPr/>
            <p:nvPr/>
          </p:nvGrpSpPr>
          <p:grpSpPr>
            <a:xfrm>
              <a:off x="10663695" y="153550"/>
              <a:ext cx="1081322" cy="1328775"/>
              <a:chOff x="9129177" y="241574"/>
              <a:chExt cx="1081322" cy="13287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2" name="文本框 321">
                    <a:extLst>
                      <a:ext uri="{FF2B5EF4-FFF2-40B4-BE49-F238E27FC236}">
                        <a16:creationId xmlns:a16="http://schemas.microsoft.com/office/drawing/2014/main" id="{77F69C3B-A441-416C-815D-8F9D58B59BA5}"/>
                      </a:ext>
                    </a:extLst>
                  </p:cNvPr>
                  <p:cNvSpPr txBox="1"/>
                  <p:nvPr/>
                </p:nvSpPr>
                <p:spPr>
                  <a:xfrm>
                    <a:off x="9446925" y="724234"/>
                    <a:ext cx="437812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22" name="文本框 321">
                    <a:extLst>
                      <a:ext uri="{FF2B5EF4-FFF2-40B4-BE49-F238E27FC236}">
                        <a16:creationId xmlns:a16="http://schemas.microsoft.com/office/drawing/2014/main" id="{77F69C3B-A441-416C-815D-8F9D58B59B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46925" y="724234"/>
                    <a:ext cx="437812" cy="288797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6944" t="-8333" r="-97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3" name="文本框 322">
                    <a:extLst>
                      <a:ext uri="{FF2B5EF4-FFF2-40B4-BE49-F238E27FC236}">
                        <a16:creationId xmlns:a16="http://schemas.microsoft.com/office/drawing/2014/main" id="{16B63DD2-CDC9-4104-BACC-7360789D94B0}"/>
                      </a:ext>
                    </a:extLst>
                  </p:cNvPr>
                  <p:cNvSpPr txBox="1"/>
                  <p:nvPr/>
                </p:nvSpPr>
                <p:spPr>
                  <a:xfrm>
                    <a:off x="9129177" y="241574"/>
                    <a:ext cx="1081322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23" name="文本框 322">
                    <a:extLst>
                      <a:ext uri="{FF2B5EF4-FFF2-40B4-BE49-F238E27FC236}">
                        <a16:creationId xmlns:a16="http://schemas.microsoft.com/office/drawing/2014/main" id="{16B63DD2-CDC9-4104-BACC-7360789D94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29177" y="241574"/>
                    <a:ext cx="1081322" cy="295978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4494" b="-61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4" name="直接箭头连接符 323">
                <a:extLst>
                  <a:ext uri="{FF2B5EF4-FFF2-40B4-BE49-F238E27FC236}">
                    <a16:creationId xmlns:a16="http://schemas.microsoft.com/office/drawing/2014/main" id="{EE8B1B46-F270-47BC-8FD0-78927B23D96F}"/>
                  </a:ext>
                </a:extLst>
              </p:cNvPr>
              <p:cNvCxnSpPr>
                <a:cxnSpLocks/>
                <a:stCxn id="322" idx="0"/>
                <a:endCxn id="323" idx="2"/>
              </p:cNvCxnSpPr>
              <p:nvPr/>
            </p:nvCxnSpPr>
            <p:spPr>
              <a:xfrm flipV="1">
                <a:off x="9665831" y="537552"/>
                <a:ext cx="4007" cy="186682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5" name="文本框 324">
                    <a:extLst>
                      <a:ext uri="{FF2B5EF4-FFF2-40B4-BE49-F238E27FC236}">
                        <a16:creationId xmlns:a16="http://schemas.microsoft.com/office/drawing/2014/main" id="{730F35F8-280C-4797-9863-EFB55AD01B4A}"/>
                      </a:ext>
                    </a:extLst>
                  </p:cNvPr>
                  <p:cNvSpPr txBox="1"/>
                  <p:nvPr/>
                </p:nvSpPr>
                <p:spPr>
                  <a:xfrm>
                    <a:off x="9435288" y="1210827"/>
                    <a:ext cx="481542" cy="35952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48" name="文本框 247">
                    <a:extLst>
                      <a:ext uri="{FF2B5EF4-FFF2-40B4-BE49-F238E27FC236}">
                        <a16:creationId xmlns:a16="http://schemas.microsoft.com/office/drawing/2014/main" id="{A8879C97-8656-4591-BEF5-87004BDFFB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35288" y="1210827"/>
                    <a:ext cx="481542" cy="35952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11392" t="-3390" r="-7595" b="-1186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6" name="直接箭头连接符 325">
                <a:extLst>
                  <a:ext uri="{FF2B5EF4-FFF2-40B4-BE49-F238E27FC236}">
                    <a16:creationId xmlns:a16="http://schemas.microsoft.com/office/drawing/2014/main" id="{268514CE-133E-455E-BBF1-C5EA34B77FA5}"/>
                  </a:ext>
                </a:extLst>
              </p:cNvPr>
              <p:cNvCxnSpPr>
                <a:cxnSpLocks/>
                <a:stCxn id="325" idx="0"/>
                <a:endCxn id="322" idx="2"/>
              </p:cNvCxnSpPr>
              <p:nvPr/>
            </p:nvCxnSpPr>
            <p:spPr>
              <a:xfrm flipH="1" flipV="1">
                <a:off x="9665831" y="1013031"/>
                <a:ext cx="10228" cy="197796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294" name="组合 293">
              <a:extLst>
                <a:ext uri="{FF2B5EF4-FFF2-40B4-BE49-F238E27FC236}">
                  <a16:creationId xmlns:a16="http://schemas.microsoft.com/office/drawing/2014/main" id="{825E8605-F05A-498F-BFC3-B3F7C84CABB9}"/>
                </a:ext>
              </a:extLst>
            </p:cNvPr>
            <p:cNvGrpSpPr/>
            <p:nvPr/>
          </p:nvGrpSpPr>
          <p:grpSpPr>
            <a:xfrm>
              <a:off x="10786743" y="4875722"/>
              <a:ext cx="861966" cy="1432005"/>
              <a:chOff x="8827353" y="4400328"/>
              <a:chExt cx="861966" cy="143200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6" name="文本框 295">
                    <a:extLst>
                      <a:ext uri="{FF2B5EF4-FFF2-40B4-BE49-F238E27FC236}">
                        <a16:creationId xmlns:a16="http://schemas.microsoft.com/office/drawing/2014/main" id="{087D6638-68D7-4441-B48A-9485208B0BB5}"/>
                      </a:ext>
                    </a:extLst>
                  </p:cNvPr>
                  <p:cNvSpPr txBox="1"/>
                  <p:nvPr/>
                </p:nvSpPr>
                <p:spPr>
                  <a:xfrm>
                    <a:off x="9031395" y="4400328"/>
                    <a:ext cx="448136" cy="35593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97ABF90A-8EA7-4963-84F0-8A8609C2AB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1395" y="4400328"/>
                    <a:ext cx="448136" cy="355931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l="-10811" b="-1186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文本框 296">
                    <a:extLst>
                      <a:ext uri="{FF2B5EF4-FFF2-40B4-BE49-F238E27FC236}">
                        <a16:creationId xmlns:a16="http://schemas.microsoft.com/office/drawing/2014/main" id="{9B31B243-0CB0-40D0-9A3B-0ED791E17631}"/>
                      </a:ext>
                    </a:extLst>
                  </p:cNvPr>
                  <p:cNvSpPr txBox="1"/>
                  <p:nvPr/>
                </p:nvSpPr>
                <p:spPr>
                  <a:xfrm>
                    <a:off x="9031395" y="5001083"/>
                    <a:ext cx="449034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97" name="文本框 296">
                    <a:extLst>
                      <a:ext uri="{FF2B5EF4-FFF2-40B4-BE49-F238E27FC236}">
                        <a16:creationId xmlns:a16="http://schemas.microsoft.com/office/drawing/2014/main" id="{9B31B243-0CB0-40D0-9A3B-0ED791E176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31395" y="5001083"/>
                    <a:ext cx="449034" cy="288797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l="-6757" t="-8333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01128D98-0FDC-402D-94C3-9F6932AD657B}"/>
                      </a:ext>
                    </a:extLst>
                  </p:cNvPr>
                  <p:cNvSpPr txBox="1"/>
                  <p:nvPr/>
                </p:nvSpPr>
                <p:spPr>
                  <a:xfrm>
                    <a:off x="8827353" y="5536355"/>
                    <a:ext cx="861966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01128D98-0FDC-402D-94C3-9F6932AD65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27353" y="5536355"/>
                    <a:ext cx="861966" cy="295978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5634" b="-61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9" name="直接箭头连接符 298">
                <a:extLst>
                  <a:ext uri="{FF2B5EF4-FFF2-40B4-BE49-F238E27FC236}">
                    <a16:creationId xmlns:a16="http://schemas.microsoft.com/office/drawing/2014/main" id="{1745C9FE-1A64-4625-A4C1-275F9302DE26}"/>
                  </a:ext>
                </a:extLst>
              </p:cNvPr>
              <p:cNvCxnSpPr>
                <a:stCxn id="298" idx="0"/>
                <a:endCxn id="297" idx="2"/>
              </p:cNvCxnSpPr>
              <p:nvPr/>
            </p:nvCxnSpPr>
            <p:spPr>
              <a:xfrm flipH="1" flipV="1">
                <a:off x="9255912" y="5289880"/>
                <a:ext cx="2424" cy="24647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300" name="直接箭头连接符 299">
                <a:extLst>
                  <a:ext uri="{FF2B5EF4-FFF2-40B4-BE49-F238E27FC236}">
                    <a16:creationId xmlns:a16="http://schemas.microsoft.com/office/drawing/2014/main" id="{4391F024-BBBD-4293-B20D-7217F20C0D60}"/>
                  </a:ext>
                </a:extLst>
              </p:cNvPr>
              <p:cNvCxnSpPr>
                <a:cxnSpLocks/>
                <a:stCxn id="297" idx="0"/>
                <a:endCxn id="296" idx="2"/>
              </p:cNvCxnSpPr>
              <p:nvPr/>
            </p:nvCxnSpPr>
            <p:spPr>
              <a:xfrm flipH="1" flipV="1">
                <a:off x="9255463" y="4756259"/>
                <a:ext cx="449" cy="24482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D7517BC5-AEAC-4A5D-8FE8-C810A12339A9}"/>
                </a:ext>
              </a:extLst>
            </p:cNvPr>
            <p:cNvGrpSpPr/>
            <p:nvPr/>
          </p:nvGrpSpPr>
          <p:grpSpPr>
            <a:xfrm>
              <a:off x="3290020" y="2159881"/>
              <a:ext cx="224292" cy="2159223"/>
              <a:chOff x="3255383" y="2302038"/>
              <a:chExt cx="213659" cy="2056856"/>
            </a:xfrm>
          </p:grpSpPr>
          <p:cxnSp>
            <p:nvCxnSpPr>
              <p:cNvPr id="284" name="直接箭头连接符 283">
                <a:extLst>
                  <a:ext uri="{FF2B5EF4-FFF2-40B4-BE49-F238E27FC236}">
                    <a16:creationId xmlns:a16="http://schemas.microsoft.com/office/drawing/2014/main" id="{F776A69C-33EE-4EF2-81F0-2EFEE555D1EF}"/>
                  </a:ext>
                </a:extLst>
              </p:cNvPr>
              <p:cNvCxnSpPr/>
              <p:nvPr/>
            </p:nvCxnSpPr>
            <p:spPr>
              <a:xfrm flipV="1">
                <a:off x="3343564" y="2302038"/>
                <a:ext cx="0" cy="20568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5" name="文本框 284">
                    <a:extLst>
                      <a:ext uri="{FF2B5EF4-FFF2-40B4-BE49-F238E27FC236}">
                        <a16:creationId xmlns:a16="http://schemas.microsoft.com/office/drawing/2014/main" id="{06EA6BE5-E246-4915-82ED-36761F28536D}"/>
                      </a:ext>
                    </a:extLst>
                  </p:cNvPr>
                  <p:cNvSpPr txBox="1"/>
                  <p:nvPr/>
                </p:nvSpPr>
                <p:spPr>
                  <a:xfrm>
                    <a:off x="3255383" y="3156685"/>
                    <a:ext cx="213659" cy="314136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143" i="1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zh-CN" altLang="en-US" sz="2143" dirty="0"/>
                  </a:p>
                </p:txBody>
              </p:sp>
            </mc:Choice>
            <mc:Fallback xmlns="">
              <p:sp>
                <p:nvSpPr>
                  <p:cNvPr id="285" name="文本框 284">
                    <a:extLst>
                      <a:ext uri="{FF2B5EF4-FFF2-40B4-BE49-F238E27FC236}">
                        <a16:creationId xmlns:a16="http://schemas.microsoft.com/office/drawing/2014/main" id="{06EA6BE5-E246-4915-82ED-36761F2853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5383" y="3156685"/>
                    <a:ext cx="213659" cy="314136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l="-19444" r="-1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4F4459C8-FF81-43D4-A2D1-A7E9A40F56BE}"/>
                </a:ext>
              </a:extLst>
            </p:cNvPr>
            <p:cNvGrpSpPr/>
            <p:nvPr/>
          </p:nvGrpSpPr>
          <p:grpSpPr>
            <a:xfrm>
              <a:off x="6155787" y="6361242"/>
              <a:ext cx="4101416" cy="329770"/>
              <a:chOff x="4978400" y="6413538"/>
              <a:chExt cx="3906972" cy="314135"/>
            </a:xfrm>
          </p:grpSpPr>
          <p:cxnSp>
            <p:nvCxnSpPr>
              <p:cNvPr id="280" name="直接箭头连接符 279">
                <a:extLst>
                  <a:ext uri="{FF2B5EF4-FFF2-40B4-BE49-F238E27FC236}">
                    <a16:creationId xmlns:a16="http://schemas.microsoft.com/office/drawing/2014/main" id="{45D0B214-DAA3-4368-AC38-154C55554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8400" y="6565946"/>
                <a:ext cx="390697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3" name="文本框 282">
                    <a:extLst>
                      <a:ext uri="{FF2B5EF4-FFF2-40B4-BE49-F238E27FC236}">
                        <a16:creationId xmlns:a16="http://schemas.microsoft.com/office/drawing/2014/main" id="{8485EBC7-3D79-40D5-AF38-07993FD9AF1C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862" y="6413538"/>
                    <a:ext cx="309221" cy="31413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143" i="1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sz="2143" dirty="0"/>
                  </a:p>
                </p:txBody>
              </p:sp>
            </mc:Choice>
            <mc:Fallback xmlns="">
              <p:sp>
                <p:nvSpPr>
                  <p:cNvPr id="283" name="文本框 282">
                    <a:extLst>
                      <a:ext uri="{FF2B5EF4-FFF2-40B4-BE49-F238E27FC236}">
                        <a16:creationId xmlns:a16="http://schemas.microsoft.com/office/drawing/2014/main" id="{8485EBC7-3D79-40D5-AF38-07993FD9AF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862" y="6413538"/>
                    <a:ext cx="309221" cy="314135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b="-370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58" name="直接箭头连接符 257">
              <a:extLst>
                <a:ext uri="{FF2B5EF4-FFF2-40B4-BE49-F238E27FC236}">
                  <a16:creationId xmlns:a16="http://schemas.microsoft.com/office/drawing/2014/main" id="{55D785FC-6BB8-4DCC-B844-B15334DD615D}"/>
                </a:ext>
              </a:extLst>
            </p:cNvPr>
            <p:cNvCxnSpPr>
              <a:cxnSpLocks/>
              <a:stCxn id="388" idx="3"/>
            </p:cNvCxnSpPr>
            <p:nvPr/>
          </p:nvCxnSpPr>
          <p:spPr>
            <a:xfrm>
              <a:off x="6280942" y="3205342"/>
              <a:ext cx="449949" cy="0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箭头连接符 258">
              <a:extLst>
                <a:ext uri="{FF2B5EF4-FFF2-40B4-BE49-F238E27FC236}">
                  <a16:creationId xmlns:a16="http://schemas.microsoft.com/office/drawing/2014/main" id="{7105C9F7-CCC0-40F9-B09A-3ABC7993631D}"/>
                </a:ext>
              </a:extLst>
            </p:cNvPr>
            <p:cNvCxnSpPr>
              <a:cxnSpLocks/>
              <a:endCxn id="361" idx="1"/>
            </p:cNvCxnSpPr>
            <p:nvPr/>
          </p:nvCxnSpPr>
          <p:spPr>
            <a:xfrm>
              <a:off x="8134570" y="3200135"/>
              <a:ext cx="449999" cy="352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CFCA1A13-B726-42FD-BADB-A24C0A6CD6F7}"/>
                    </a:ext>
                  </a:extLst>
                </p:cNvPr>
                <p:cNvSpPr txBox="1"/>
                <p:nvPr/>
              </p:nvSpPr>
              <p:spPr>
                <a:xfrm>
                  <a:off x="7318771" y="3057063"/>
                  <a:ext cx="298159" cy="3297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3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3" dirty="0"/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CFCA1A13-B726-42FD-BADB-A24C0A6CD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8771" y="3057063"/>
                  <a:ext cx="298159" cy="329770"/>
                </a:xfrm>
                <a:prstGeom prst="rect">
                  <a:avLst/>
                </a:prstGeom>
                <a:blipFill>
                  <a:blip r:embed="rId44"/>
                  <a:stretch>
                    <a:fillRect l="-8333" r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2" name="直接箭头连接符 261">
              <a:extLst>
                <a:ext uri="{FF2B5EF4-FFF2-40B4-BE49-F238E27FC236}">
                  <a16:creationId xmlns:a16="http://schemas.microsoft.com/office/drawing/2014/main" id="{020195C3-0050-4831-B7CC-C8F8782ABD98}"/>
                </a:ext>
              </a:extLst>
            </p:cNvPr>
            <p:cNvCxnSpPr>
              <a:cxnSpLocks/>
              <a:stCxn id="361" idx="3"/>
              <a:endCxn id="334" idx="1"/>
            </p:cNvCxnSpPr>
            <p:nvPr/>
          </p:nvCxnSpPr>
          <p:spPr>
            <a:xfrm>
              <a:off x="9927580" y="3200487"/>
              <a:ext cx="676854" cy="8785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1ECFFD8E-DA99-4A87-B178-A987767CFFCF}"/>
                    </a:ext>
                  </a:extLst>
                </p:cNvPr>
                <p:cNvSpPr txBox="1"/>
                <p:nvPr/>
              </p:nvSpPr>
              <p:spPr>
                <a:xfrm>
                  <a:off x="12806659" y="552264"/>
                  <a:ext cx="2506648" cy="4010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100" b="0" i="0" smtClean="0">
                            <a:latin typeface="Cambria Math" panose="02040503050406030204" pitchFamily="18" charset="0"/>
                          </a:rPr>
                          <m:t>OutEmb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1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100" dirty="0"/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1ECFFD8E-DA99-4A87-B178-A987767C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6659" y="552264"/>
                  <a:ext cx="2506648" cy="40100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B99C514A-A401-4F33-A193-634C4C5453F1}"/>
                    </a:ext>
                  </a:extLst>
                </p:cNvPr>
                <p:cNvSpPr txBox="1"/>
                <p:nvPr/>
              </p:nvSpPr>
              <p:spPr>
                <a:xfrm>
                  <a:off x="12806659" y="2969326"/>
                  <a:ext cx="3238451" cy="48365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−1]</m:t>
                            </m:r>
                          </m:sup>
                        </m:sSup>
                        <m:r>
                          <a:rPr lang="en-US" altLang="zh-CN" sz="21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CN" sz="2100" b="0" i="0" smtClean="0">
                            <a:latin typeface="Cambria Math" panose="02040503050406030204" pitchFamily="18" charset="0"/>
                          </a:rPr>
                          <m:t>append</m:t>
                        </m:r>
                        <m:d>
                          <m:dPr>
                            <m:ctrlP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1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1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oMath>
                    </m:oMathPara>
                  </a14:m>
                  <a:endParaRPr lang="zh-CN" altLang="en-US" sz="2100" dirty="0"/>
                </a:p>
              </p:txBody>
            </p:sp>
          </mc:Choice>
          <mc:Fallback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B99C514A-A401-4F33-A193-634C4C54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06659" y="2969326"/>
                  <a:ext cx="3238451" cy="48365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25ACA6E6-70EC-4C91-80CC-C2BC1482BDF0}"/>
                </a:ext>
              </a:extLst>
            </p:cNvPr>
            <p:cNvGrpSpPr/>
            <p:nvPr/>
          </p:nvGrpSpPr>
          <p:grpSpPr>
            <a:xfrm>
              <a:off x="6111219" y="294762"/>
              <a:ext cx="1481963" cy="6017072"/>
              <a:chOff x="5667671" y="411696"/>
              <a:chExt cx="1481963" cy="6017072"/>
            </a:xfrm>
          </p:grpSpPr>
          <p:cxnSp>
            <p:nvCxnSpPr>
              <p:cNvPr id="275" name="连接符: 曲线 274">
                <a:extLst>
                  <a:ext uri="{FF2B5EF4-FFF2-40B4-BE49-F238E27FC236}">
                    <a16:creationId xmlns:a16="http://schemas.microsoft.com/office/drawing/2014/main" id="{F201B892-E7AD-41C1-8723-1F0B967A4E71}"/>
                  </a:ext>
                </a:extLst>
              </p:cNvPr>
              <p:cNvCxnSpPr>
                <a:cxnSpLocks/>
                <a:stCxn id="377" idx="3"/>
                <a:endCxn id="276" idx="1"/>
              </p:cNvCxnSpPr>
              <p:nvPr/>
            </p:nvCxnSpPr>
            <p:spPr>
              <a:xfrm>
                <a:off x="5667671" y="411696"/>
                <a:ext cx="706069" cy="5869083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6" name="文本框 275">
                    <a:extLst>
                      <a:ext uri="{FF2B5EF4-FFF2-40B4-BE49-F238E27FC236}">
                        <a16:creationId xmlns:a16="http://schemas.microsoft.com/office/drawing/2014/main" id="{91DB908D-FAFC-45B8-A7E5-9EFEC8926DCC}"/>
                      </a:ext>
                    </a:extLst>
                  </p:cNvPr>
                  <p:cNvSpPr txBox="1"/>
                  <p:nvPr/>
                </p:nvSpPr>
                <p:spPr>
                  <a:xfrm>
                    <a:off x="6373740" y="6132790"/>
                    <a:ext cx="775894" cy="295978"/>
                  </a:xfrm>
                  <a:prstGeom prst="rect">
                    <a:avLst/>
                  </a:prstGeom>
                  <a:noFill/>
                  <a:ln>
                    <a:solidFill>
                      <a:schemeClr val="bg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ker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toke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schemeClr val="bg1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76" name="文本框 275">
                    <a:extLst>
                      <a:ext uri="{FF2B5EF4-FFF2-40B4-BE49-F238E27FC236}">
                        <a16:creationId xmlns:a16="http://schemas.microsoft.com/office/drawing/2014/main" id="{91DB908D-FAFC-45B8-A7E5-9EFEC8926D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3740" y="6132790"/>
                    <a:ext cx="775894" cy="295978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l="-10000" b="-6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3" name="连接符: 曲线 272">
              <a:extLst>
                <a:ext uri="{FF2B5EF4-FFF2-40B4-BE49-F238E27FC236}">
                  <a16:creationId xmlns:a16="http://schemas.microsoft.com/office/drawing/2014/main" id="{0B056FB8-91B3-4395-B7CE-DA01C17F2FD8}"/>
                </a:ext>
              </a:extLst>
            </p:cNvPr>
            <p:cNvCxnSpPr>
              <a:cxnSpLocks/>
              <a:stCxn id="350" idx="3"/>
              <a:endCxn id="298" idx="1"/>
            </p:cNvCxnSpPr>
            <p:nvPr/>
          </p:nvCxnSpPr>
          <p:spPr>
            <a:xfrm>
              <a:off x="9687429" y="297514"/>
              <a:ext cx="1099314" cy="5862224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83BB617A-C85E-41A0-9F9E-1FDB2AD85D72}"/>
                </a:ext>
              </a:extLst>
            </p:cNvPr>
            <p:cNvGrpSpPr/>
            <p:nvPr/>
          </p:nvGrpSpPr>
          <p:grpSpPr>
            <a:xfrm>
              <a:off x="11745017" y="301539"/>
              <a:ext cx="1664731" cy="6006188"/>
              <a:chOff x="7859455" y="333664"/>
              <a:chExt cx="1664731" cy="6006188"/>
            </a:xfrm>
          </p:grpSpPr>
          <p:cxnSp>
            <p:nvCxnSpPr>
              <p:cNvPr id="271" name="连接符: 曲线 270">
                <a:extLst>
                  <a:ext uri="{FF2B5EF4-FFF2-40B4-BE49-F238E27FC236}">
                    <a16:creationId xmlns:a16="http://schemas.microsoft.com/office/drawing/2014/main" id="{385BDF6A-9D2E-414E-9E4F-45A1B2173DB5}"/>
                  </a:ext>
                </a:extLst>
              </p:cNvPr>
              <p:cNvCxnSpPr>
                <a:cxnSpLocks/>
                <a:stCxn id="323" idx="3"/>
                <a:endCxn id="272" idx="1"/>
              </p:cNvCxnSpPr>
              <p:nvPr/>
            </p:nvCxnSpPr>
            <p:spPr>
              <a:xfrm>
                <a:off x="7859455" y="333664"/>
                <a:ext cx="540528" cy="5858199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文本框 271">
                    <a:extLst>
                      <a:ext uri="{FF2B5EF4-FFF2-40B4-BE49-F238E27FC236}">
                        <a16:creationId xmlns:a16="http://schemas.microsoft.com/office/drawing/2014/main" id="{30DCC73A-C6C9-4E9D-802C-37091B203699}"/>
                      </a:ext>
                    </a:extLst>
                  </p:cNvPr>
                  <p:cNvSpPr txBox="1"/>
                  <p:nvPr/>
                </p:nvSpPr>
                <p:spPr>
                  <a:xfrm>
                    <a:off x="8399983" y="6043874"/>
                    <a:ext cx="1124203" cy="295978"/>
                  </a:xfrm>
                  <a:prstGeom prst="rect">
                    <a:avLst/>
                  </a:prstGeom>
                  <a:noFill/>
                  <a:ln>
                    <a:solidFill>
                      <a:schemeClr val="bg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b="0" i="0" kern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toke</m:t>
                          </m:r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schemeClr val="bg1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72" name="文本框 271">
                    <a:extLst>
                      <a:ext uri="{FF2B5EF4-FFF2-40B4-BE49-F238E27FC236}">
                        <a16:creationId xmlns:a16="http://schemas.microsoft.com/office/drawing/2014/main" id="{30DCC73A-C6C9-4E9D-802C-37091B2036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99983" y="6043874"/>
                    <a:ext cx="1124203" cy="295978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l="-2139" b="-3922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4DE1327E-52A8-43BA-8FAB-F1EC85E7BDA9}"/>
                </a:ext>
              </a:extLst>
            </p:cNvPr>
            <p:cNvCxnSpPr>
              <a:cxnSpLocks/>
              <a:stCxn id="334" idx="3"/>
            </p:cNvCxnSpPr>
            <p:nvPr/>
          </p:nvCxnSpPr>
          <p:spPr>
            <a:xfrm>
              <a:off x="11804278" y="3209272"/>
              <a:ext cx="450349" cy="0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8F8C973-B6D9-4F7F-9BAC-9278085F022F}"/>
                    </a:ext>
                  </a:extLst>
                </p:cNvPr>
                <p:cNvSpPr txBox="1"/>
                <p:nvPr/>
              </p:nvSpPr>
              <p:spPr>
                <a:xfrm>
                  <a:off x="12395058" y="3035250"/>
                  <a:ext cx="310983" cy="32977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3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3" dirty="0"/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8F8C973-B6D9-4F7F-9BAC-9278085F0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95058" y="3035250"/>
                  <a:ext cx="310983" cy="329770"/>
                </a:xfrm>
                <a:prstGeom prst="rect">
                  <a:avLst/>
                </a:prstGeom>
                <a:blipFill>
                  <a:blip r:embed="rId51"/>
                  <a:stretch>
                    <a:fillRect l="-3922" r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A8360B8-16C7-4598-9BDB-8C88CF33FBB7}"/>
                </a:ext>
              </a:extLst>
            </p:cNvPr>
            <p:cNvGrpSpPr/>
            <p:nvPr/>
          </p:nvGrpSpPr>
          <p:grpSpPr>
            <a:xfrm>
              <a:off x="356266" y="533593"/>
              <a:ext cx="1892912" cy="5328107"/>
              <a:chOff x="83415" y="582094"/>
              <a:chExt cx="1892912" cy="53281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6" name="矩形: 圆角 285">
                    <a:extLst>
                      <a:ext uri="{FF2B5EF4-FFF2-40B4-BE49-F238E27FC236}">
                        <a16:creationId xmlns:a16="http://schemas.microsoft.com/office/drawing/2014/main" id="{22E4051E-3AEB-42DD-895E-CC6F83E3BC76}"/>
                      </a:ext>
                    </a:extLst>
                  </p:cNvPr>
                  <p:cNvSpPr/>
                  <p:nvPr/>
                </p:nvSpPr>
                <p:spPr>
                  <a:xfrm>
                    <a:off x="83415" y="582094"/>
                    <a:ext cx="1892912" cy="420023"/>
                  </a:xfrm>
                  <a:prstGeom prst="roundRect">
                    <a:avLst/>
                  </a:prstGeom>
                  <a:noFill/>
                  <a:ln>
                    <a:noFill/>
                    <a:prstDash val="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r>
                      <a:rPr lang="en-US" altLang="zh-CN" sz="2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Output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a14:m>
                    <a:endParaRPr lang="zh-CN" altLang="en-US" sz="21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86" name="矩形: 圆角 285">
                    <a:extLst>
                      <a:ext uri="{FF2B5EF4-FFF2-40B4-BE49-F238E27FC236}">
                        <a16:creationId xmlns:a16="http://schemas.microsoft.com/office/drawing/2014/main" id="{22E4051E-3AEB-42DD-895E-CC6F83E3BC7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15" y="582094"/>
                    <a:ext cx="1892912" cy="420023"/>
                  </a:xfrm>
                  <a:prstGeom prst="roundRect">
                    <a:avLst/>
                  </a:prstGeom>
                  <a:blipFill>
                    <a:blip r:embed="rId52"/>
                    <a:stretch>
                      <a:fillRect l="-2251" t="-7353" b="-30882"/>
                    </a:stretch>
                  </a:blipFill>
                  <a:ln>
                    <a:noFill/>
                    <a:prstDash val="dash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7" name="矩形: 圆角 286">
                    <a:extLst>
                      <a:ext uri="{FF2B5EF4-FFF2-40B4-BE49-F238E27FC236}">
                        <a16:creationId xmlns:a16="http://schemas.microsoft.com/office/drawing/2014/main" id="{D2438003-6C6B-4702-ACF8-58910682C76D}"/>
                      </a:ext>
                    </a:extLst>
                  </p:cNvPr>
                  <p:cNvSpPr/>
                  <p:nvPr/>
                </p:nvSpPr>
                <p:spPr>
                  <a:xfrm>
                    <a:off x="83415" y="3473836"/>
                    <a:ext cx="1838170" cy="649681"/>
                  </a:xfrm>
                  <a:prstGeom prst="roundRect">
                    <a:avLst/>
                  </a:prstGeom>
                  <a:noFill/>
                  <a:ln>
                    <a:solidFill>
                      <a:schemeClr val="tx1"/>
                    </a:solidFill>
                    <a:prstDash val="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𝓢</m:t>
                              </m:r>
                            </m:e>
                            <m:sup>
                              <m:r>
                                <a:rPr lang="en-US" altLang="zh-CN" sz="2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r>
                                <a:rPr lang="en-US" altLang="zh-CN" sz="2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altLang="zh-CN" sz="2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sup>
                          </m:sSup>
                          <m:r>
                            <a:rPr lang="en-US" altLang="zh-CN" sz="21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1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1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1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100" b="1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zh-CN" sz="21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1:</m:t>
                                      </m:r>
                                      <m:r>
                                        <a:rPr lang="en-US" altLang="zh-CN" sz="21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zh-CN" sz="21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1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n-US" altLang="zh-CN" sz="21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1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87" name="矩形: 圆角 286">
                    <a:extLst>
                      <a:ext uri="{FF2B5EF4-FFF2-40B4-BE49-F238E27FC236}">
                        <a16:creationId xmlns:a16="http://schemas.microsoft.com/office/drawing/2014/main" id="{D2438003-6C6B-4702-ACF8-58910682C76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15" y="3473836"/>
                    <a:ext cx="1838170" cy="649681"/>
                  </a:xfrm>
                  <a:prstGeom prst="roundRect">
                    <a:avLst/>
                  </a:prstGeom>
                  <a:blipFill>
                    <a:blip r:embed="rId5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  <a:prstDash val="dash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8" name="矩形: 圆角 287">
                    <a:extLst>
                      <a:ext uri="{FF2B5EF4-FFF2-40B4-BE49-F238E27FC236}">
                        <a16:creationId xmlns:a16="http://schemas.microsoft.com/office/drawing/2014/main" id="{FFA51A7C-3441-4CC4-91A6-80B87CA5D4D9}"/>
                      </a:ext>
                    </a:extLst>
                  </p:cNvPr>
                  <p:cNvSpPr/>
                  <p:nvPr/>
                </p:nvSpPr>
                <p:spPr>
                  <a:xfrm>
                    <a:off x="83415" y="5490178"/>
                    <a:ext cx="1892912" cy="420023"/>
                  </a:xfrm>
                  <a:prstGeom prst="roundRect">
                    <a:avLst/>
                  </a:prstGeom>
                  <a:noFill/>
                  <a:ln>
                    <a:noFill/>
                    <a:prstDash val="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r>
                      <a:rPr lang="en-US" altLang="zh-CN" sz="2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Input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altLang="zh-CN" sz="21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zh-C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a14:m>
                    <a:endParaRPr lang="zh-CN" altLang="en-US" sz="21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88" name="矩形: 圆角 287">
                    <a:extLst>
                      <a:ext uri="{FF2B5EF4-FFF2-40B4-BE49-F238E27FC236}">
                        <a16:creationId xmlns:a16="http://schemas.microsoft.com/office/drawing/2014/main" id="{FFA51A7C-3441-4CC4-91A6-80B87CA5D4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415" y="5490178"/>
                    <a:ext cx="1892912" cy="420023"/>
                  </a:xfrm>
                  <a:prstGeom prst="roundRect">
                    <a:avLst/>
                  </a:prstGeom>
                  <a:blipFill>
                    <a:blip r:embed="rId54"/>
                    <a:stretch>
                      <a:fillRect l="-2251" t="-7246" b="-28986"/>
                    </a:stretch>
                  </a:blipFill>
                  <a:ln>
                    <a:noFill/>
                    <a:prstDash val="dash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A9B408B-E7AC-4237-8218-1211BB920ADF}"/>
                  </a:ext>
                </a:extLst>
              </p:cNvPr>
              <p:cNvSpPr/>
              <p:nvPr/>
            </p:nvSpPr>
            <p:spPr>
              <a:xfrm>
                <a:off x="90331" y="3050601"/>
                <a:ext cx="173797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sz="21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Hidden State</a:t>
                </a:r>
              </a:p>
            </p:txBody>
          </p: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AB2E81F-EA4B-4E2E-B636-EBEFF1E90A56}"/>
                </a:ext>
              </a:extLst>
            </p:cNvPr>
            <p:cNvSpPr txBox="1"/>
            <p:nvPr/>
          </p:nvSpPr>
          <p:spPr>
            <a:xfrm>
              <a:off x="16023923" y="555501"/>
              <a:ext cx="162047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rPr>
                <a:t>Output rule</a:t>
              </a:r>
              <a:endParaRPr lang="zh-CN" alt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9993BAC0-4810-42CB-A969-030690EC3FA1}"/>
                </a:ext>
              </a:extLst>
            </p:cNvPr>
            <p:cNvSpPr txBox="1"/>
            <p:nvPr/>
          </p:nvSpPr>
          <p:spPr>
            <a:xfrm>
              <a:off x="16023923" y="3002100"/>
              <a:ext cx="162047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rPr>
                <a:t>Update rule</a:t>
              </a:r>
              <a:endParaRPr lang="zh-CN" alt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B1C763C6-1FA0-4B32-9F84-19CC2C842BFE}"/>
                </a:ext>
              </a:extLst>
            </p:cNvPr>
            <p:cNvCxnSpPr>
              <a:cxnSpLocks/>
              <a:stCxn id="131" idx="3"/>
              <a:endCxn id="388" idx="1"/>
            </p:cNvCxnSpPr>
            <p:nvPr/>
          </p:nvCxnSpPr>
          <p:spPr>
            <a:xfrm>
              <a:off x="4635898" y="3198247"/>
              <a:ext cx="445200" cy="7095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矩形: 圆角 130">
                  <a:extLst>
                    <a:ext uri="{FF2B5EF4-FFF2-40B4-BE49-F238E27FC236}">
                      <a16:creationId xmlns:a16="http://schemas.microsoft.com/office/drawing/2014/main" id="{2869852A-CB85-463E-8C5B-4965ACEE4C3D}"/>
                    </a:ext>
                  </a:extLst>
                </p:cNvPr>
                <p:cNvSpPr/>
                <p:nvPr/>
              </p:nvSpPr>
              <p:spPr>
                <a:xfrm>
                  <a:off x="3601460" y="3033362"/>
                  <a:ext cx="1034438" cy="329770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[0]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=∅</m:t>
                        </m:r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1" name="矩形: 圆角 130">
                  <a:extLst>
                    <a:ext uri="{FF2B5EF4-FFF2-40B4-BE49-F238E27FC236}">
                      <a16:creationId xmlns:a16="http://schemas.microsoft.com/office/drawing/2014/main" id="{2869852A-CB85-463E-8C5B-4965ACEE4C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460" y="3033362"/>
                  <a:ext cx="1034438" cy="329770"/>
                </a:xfrm>
                <a:prstGeom prst="roundRect">
                  <a:avLst/>
                </a:prstGeom>
                <a:blipFill>
                  <a:blip r:embed="rId55"/>
                  <a:stretch>
                    <a:fillRect b="-8929"/>
                  </a:stretch>
                </a:blipFill>
                <a:ln>
                  <a:solidFill>
                    <a:schemeClr val="tx1"/>
                  </a:solidFill>
                  <a:prstDash val="dashDot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7261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264</TotalTime>
  <Words>97</Words>
  <Application>Microsoft Office PowerPoint</Application>
  <PresentationFormat>自定义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longzichao</dc:creator>
  <cp:lastModifiedBy>longzichao</cp:lastModifiedBy>
  <cp:revision>45</cp:revision>
  <dcterms:created xsi:type="dcterms:W3CDTF">2024-07-16T09:31:41Z</dcterms:created>
  <dcterms:modified xsi:type="dcterms:W3CDTF">2024-07-24T01:28:50Z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(3)3ljU7F4Wf1xlsY/zXjC3G0yStUfheqPmtn8W4Z6ZkAxVX/b2m1bFl7sjPppqMbjZmUw3TprM
eRSWnh5fJnWubDHCKDJe6sqhLJGK1HVpguTjPMoNRA9qzJgrn1w9RtTacC0XjEilKLBamA3P
oAqpG8OcrOgLP+4/gDRTob/lf0gcxQAx756xmqSW6umbAxom7BnoMDh+QhHt1XScKfA2RyH2
TJ4d2d8KGNJmTgcKOZ</vt:lpwstr>
  </property>
  <property fmtid="{D5CDD505-2E9C-101B-9397-08002B2CF9AE}" pid="3" name="_2015_ms_pID_7253431">
    <vt:lpwstr>ZewELCS+31YlI0lbawd+1CctzxnjS3myeOTpjx6MIY7GEJfs6nFf/O
YqY0bcs5FBVuZ2H9WRtZJVY84xEFnGTfDqwbvHJAEjzyRb4fWfRuQMQ/QtLWeuFCfv++5gtz
EmmHqftCDV55DCB7f0U9ACnl41HbOgrg0CcVYOJ23qiGTA1MDReLxwVW6C8csOZ7ScaTZDXZ
w2KfISVZM8iWQmQjZe7umJQPUywq71N8i9os</vt:lpwstr>
  </property>
  <property fmtid="{D5CDD505-2E9C-101B-9397-08002B2CF9AE}" pid="4" name="_2015_ms_pID_7253432">
    <vt:lpwstr>Xw==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1721784443</vt:lpwstr>
  </property>
</Properties>
</file>