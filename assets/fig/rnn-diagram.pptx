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5840075" cy="46799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ngzichao" initials="l" lastIdx="1" clrIdx="0">
    <p:extLst>
      <p:ext uri="{19B8F6BF-5375-455C-9EA6-DF929625EA0E}">
        <p15:presenceInfo xmlns:p15="http://schemas.microsoft.com/office/powerpoint/2012/main" userId="S-1-5-21-147214757-305610072-1517763936-77409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6" y="13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0010" y="765909"/>
            <a:ext cx="11880056" cy="1629316"/>
          </a:xfrm>
        </p:spPr>
        <p:txBody>
          <a:bodyPr anchor="b"/>
          <a:lstStyle>
            <a:lvl1pPr algn="ctr"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0010" y="2458058"/>
            <a:ext cx="11880056" cy="1129904"/>
          </a:xfrm>
        </p:spPr>
        <p:txBody>
          <a:bodyPr/>
          <a:lstStyle>
            <a:lvl1pPr marL="0" indent="0" algn="ctr">
              <a:buNone/>
              <a:defRPr sz="1638"/>
            </a:lvl1pPr>
            <a:lvl2pPr marL="311993" indent="0" algn="ctr">
              <a:buNone/>
              <a:defRPr sz="1365"/>
            </a:lvl2pPr>
            <a:lvl3pPr marL="623987" indent="0" algn="ctr">
              <a:buNone/>
              <a:defRPr sz="1228"/>
            </a:lvl3pPr>
            <a:lvl4pPr marL="935980" indent="0" algn="ctr">
              <a:buNone/>
              <a:defRPr sz="1092"/>
            </a:lvl4pPr>
            <a:lvl5pPr marL="1247973" indent="0" algn="ctr">
              <a:buNone/>
              <a:defRPr sz="1092"/>
            </a:lvl5pPr>
            <a:lvl6pPr marL="1559966" indent="0" algn="ctr">
              <a:buNone/>
              <a:defRPr sz="1092"/>
            </a:lvl6pPr>
            <a:lvl7pPr marL="1871960" indent="0" algn="ctr">
              <a:buNone/>
              <a:defRPr sz="1092"/>
            </a:lvl7pPr>
            <a:lvl8pPr marL="2183953" indent="0" algn="ctr">
              <a:buNone/>
              <a:defRPr sz="1092"/>
            </a:lvl8pPr>
            <a:lvl9pPr marL="2495946" indent="0" algn="ctr">
              <a:buNone/>
              <a:defRPr sz="1092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24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89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55" y="1166738"/>
            <a:ext cx="13662065" cy="1946729"/>
          </a:xfrm>
        </p:spPr>
        <p:txBody>
          <a:bodyPr anchor="b"/>
          <a:lstStyle>
            <a:lvl1pPr>
              <a:defRPr sz="409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755" y="3131884"/>
            <a:ext cx="13662065" cy="1023739"/>
          </a:xfrm>
        </p:spPr>
        <p:txBody>
          <a:bodyPr/>
          <a:lstStyle>
            <a:lvl1pPr marL="0" indent="0">
              <a:buNone/>
              <a:defRPr sz="1638">
                <a:solidFill>
                  <a:schemeClr val="tx1">
                    <a:tint val="75000"/>
                  </a:schemeClr>
                </a:solidFill>
              </a:defRPr>
            </a:lvl1pPr>
            <a:lvl2pPr marL="311993" indent="0">
              <a:buNone/>
              <a:defRPr sz="1365">
                <a:solidFill>
                  <a:schemeClr val="tx1">
                    <a:tint val="75000"/>
                  </a:schemeClr>
                </a:solidFill>
              </a:defRPr>
            </a:lvl2pPr>
            <a:lvl3pPr marL="623987" indent="0">
              <a:buNone/>
              <a:defRPr sz="1228">
                <a:solidFill>
                  <a:schemeClr val="tx1">
                    <a:tint val="75000"/>
                  </a:schemeClr>
                </a:solidFill>
              </a:defRPr>
            </a:lvl3pPr>
            <a:lvl4pPr marL="93598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4pPr>
            <a:lvl5pPr marL="124797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5pPr>
            <a:lvl6pPr marL="155996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6pPr>
            <a:lvl7pPr marL="1871960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7pPr>
            <a:lvl8pPr marL="2183953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8pPr>
            <a:lvl9pPr marL="2495946" indent="0">
              <a:buNone/>
              <a:defRPr sz="10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436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9005" y="1245820"/>
            <a:ext cx="6732032" cy="29693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19038" y="1245820"/>
            <a:ext cx="6732032" cy="29693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85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8" y="249164"/>
            <a:ext cx="13662065" cy="90457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1069" y="1147238"/>
            <a:ext cx="6701094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1069" y="1709482"/>
            <a:ext cx="6701094" cy="251439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19038" y="1147238"/>
            <a:ext cx="6734095" cy="562244"/>
          </a:xfrm>
        </p:spPr>
        <p:txBody>
          <a:bodyPr anchor="b"/>
          <a:lstStyle>
            <a:lvl1pPr marL="0" indent="0">
              <a:buNone/>
              <a:defRPr sz="1638" b="1"/>
            </a:lvl1pPr>
            <a:lvl2pPr marL="311993" indent="0">
              <a:buNone/>
              <a:defRPr sz="1365" b="1"/>
            </a:lvl2pPr>
            <a:lvl3pPr marL="623987" indent="0">
              <a:buNone/>
              <a:defRPr sz="1228" b="1"/>
            </a:lvl3pPr>
            <a:lvl4pPr marL="935980" indent="0">
              <a:buNone/>
              <a:defRPr sz="1092" b="1"/>
            </a:lvl4pPr>
            <a:lvl5pPr marL="1247973" indent="0">
              <a:buNone/>
              <a:defRPr sz="1092" b="1"/>
            </a:lvl5pPr>
            <a:lvl6pPr marL="1559966" indent="0">
              <a:buNone/>
              <a:defRPr sz="1092" b="1"/>
            </a:lvl6pPr>
            <a:lvl7pPr marL="1871960" indent="0">
              <a:buNone/>
              <a:defRPr sz="1092" b="1"/>
            </a:lvl7pPr>
            <a:lvl8pPr marL="2183953" indent="0">
              <a:buNone/>
              <a:defRPr sz="1092" b="1"/>
            </a:lvl8pPr>
            <a:lvl9pPr marL="2495946" indent="0">
              <a:buNone/>
              <a:defRPr sz="1092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019038" y="1709482"/>
            <a:ext cx="6734095" cy="251439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5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495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44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311997"/>
            <a:ext cx="5108836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4095" y="673826"/>
            <a:ext cx="8019038" cy="3325798"/>
          </a:xfrm>
        </p:spPr>
        <p:txBody>
          <a:bodyPr/>
          <a:lstStyle>
            <a:lvl1pPr>
              <a:defRPr sz="2184"/>
            </a:lvl1pPr>
            <a:lvl2pPr>
              <a:defRPr sz="1911"/>
            </a:lvl2pPr>
            <a:lvl3pPr>
              <a:defRPr sz="1638"/>
            </a:lvl3pPr>
            <a:lvl4pPr>
              <a:defRPr sz="1365"/>
            </a:lvl4pPr>
            <a:lvl5pPr>
              <a:defRPr sz="1365"/>
            </a:lvl5pPr>
            <a:lvl6pPr>
              <a:defRPr sz="1365"/>
            </a:lvl6pPr>
            <a:lvl7pPr>
              <a:defRPr sz="1365"/>
            </a:lvl7pPr>
            <a:lvl8pPr>
              <a:defRPr sz="1365"/>
            </a:lvl8pPr>
            <a:lvl9pPr>
              <a:defRPr sz="1365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403985"/>
            <a:ext cx="5108836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236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069" y="311997"/>
            <a:ext cx="5108836" cy="1091988"/>
          </a:xfrm>
        </p:spPr>
        <p:txBody>
          <a:bodyPr anchor="b"/>
          <a:lstStyle>
            <a:lvl1pPr>
              <a:defRPr sz="218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34095" y="673826"/>
            <a:ext cx="8019038" cy="3325798"/>
          </a:xfrm>
        </p:spPr>
        <p:txBody>
          <a:bodyPr anchor="t"/>
          <a:lstStyle>
            <a:lvl1pPr marL="0" indent="0">
              <a:buNone/>
              <a:defRPr sz="2184"/>
            </a:lvl1pPr>
            <a:lvl2pPr marL="311993" indent="0">
              <a:buNone/>
              <a:defRPr sz="1911"/>
            </a:lvl2pPr>
            <a:lvl3pPr marL="623987" indent="0">
              <a:buNone/>
              <a:defRPr sz="1638"/>
            </a:lvl3pPr>
            <a:lvl4pPr marL="935980" indent="0">
              <a:buNone/>
              <a:defRPr sz="1365"/>
            </a:lvl4pPr>
            <a:lvl5pPr marL="1247973" indent="0">
              <a:buNone/>
              <a:defRPr sz="1365"/>
            </a:lvl5pPr>
            <a:lvl6pPr marL="1559966" indent="0">
              <a:buNone/>
              <a:defRPr sz="1365"/>
            </a:lvl6pPr>
            <a:lvl7pPr marL="1871960" indent="0">
              <a:buNone/>
              <a:defRPr sz="1365"/>
            </a:lvl7pPr>
            <a:lvl8pPr marL="2183953" indent="0">
              <a:buNone/>
              <a:defRPr sz="1365"/>
            </a:lvl8pPr>
            <a:lvl9pPr marL="2495946" indent="0">
              <a:buNone/>
              <a:defRPr sz="136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1069" y="1403985"/>
            <a:ext cx="5108836" cy="2601056"/>
          </a:xfrm>
        </p:spPr>
        <p:txBody>
          <a:bodyPr/>
          <a:lstStyle>
            <a:lvl1pPr marL="0" indent="0">
              <a:buNone/>
              <a:defRPr sz="1092"/>
            </a:lvl1pPr>
            <a:lvl2pPr marL="311993" indent="0">
              <a:buNone/>
              <a:defRPr sz="955"/>
            </a:lvl2pPr>
            <a:lvl3pPr marL="623987" indent="0">
              <a:buNone/>
              <a:defRPr sz="819"/>
            </a:lvl3pPr>
            <a:lvl4pPr marL="935980" indent="0">
              <a:buNone/>
              <a:defRPr sz="682"/>
            </a:lvl4pPr>
            <a:lvl5pPr marL="1247973" indent="0">
              <a:buNone/>
              <a:defRPr sz="682"/>
            </a:lvl5pPr>
            <a:lvl6pPr marL="1559966" indent="0">
              <a:buNone/>
              <a:defRPr sz="682"/>
            </a:lvl6pPr>
            <a:lvl7pPr marL="1871960" indent="0">
              <a:buNone/>
              <a:defRPr sz="682"/>
            </a:lvl7pPr>
            <a:lvl8pPr marL="2183953" indent="0">
              <a:buNone/>
              <a:defRPr sz="682"/>
            </a:lvl8pPr>
            <a:lvl9pPr marL="2495946" indent="0">
              <a:buNone/>
              <a:defRPr sz="68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642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13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5554" y="249164"/>
            <a:ext cx="3415516" cy="396604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9005" y="249164"/>
            <a:ext cx="10048548" cy="3966041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52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9005" y="249164"/>
            <a:ext cx="13662065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9005" y="1245820"/>
            <a:ext cx="13662065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9005" y="4337621"/>
            <a:ext cx="356401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D8F59-EC6B-4F63-AF2A-888C3776FF30}" type="datetimeFigureOut">
              <a:rPr lang="zh-CN" altLang="en-US" smtClean="0"/>
              <a:t>2024/7/30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47025" y="4337621"/>
            <a:ext cx="5346025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7053" y="4337621"/>
            <a:ext cx="356401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D3912-7B81-4AD8-9064-44866AC98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38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23987" rtl="0" eaLnBrk="1" latinLnBrk="0" hangingPunct="1">
        <a:lnSpc>
          <a:spcPct val="90000"/>
        </a:lnSpc>
        <a:spcBef>
          <a:spcPct val="0"/>
        </a:spcBef>
        <a:buNone/>
        <a:defRPr sz="30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997" indent="-155997" algn="l" defTabSz="623987" rtl="0" eaLnBrk="1" latinLnBrk="0" hangingPunct="1">
        <a:lnSpc>
          <a:spcPct val="90000"/>
        </a:lnSpc>
        <a:spcBef>
          <a:spcPts val="682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1pPr>
      <a:lvl2pPr marL="46799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638" kern="1200">
          <a:solidFill>
            <a:schemeClr val="tx1"/>
          </a:solidFill>
          <a:latin typeface="+mn-lt"/>
          <a:ea typeface="+mn-ea"/>
          <a:cs typeface="+mn-cs"/>
        </a:defRPr>
      </a:lvl2pPr>
      <a:lvl3pPr marL="77998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365" kern="1200">
          <a:solidFill>
            <a:schemeClr val="tx1"/>
          </a:solidFill>
          <a:latin typeface="+mn-lt"/>
          <a:ea typeface="+mn-ea"/>
          <a:cs typeface="+mn-cs"/>
        </a:defRPr>
      </a:lvl3pPr>
      <a:lvl4pPr marL="109197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40397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71596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2027956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339950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651943" indent="-155997" algn="l" defTabSz="623987" rtl="0" eaLnBrk="1" latinLnBrk="0" hangingPunct="1">
        <a:lnSpc>
          <a:spcPct val="90000"/>
        </a:lnSpc>
        <a:spcBef>
          <a:spcPts val="341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1pPr>
      <a:lvl2pPr marL="31199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623987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3pPr>
      <a:lvl4pPr marL="93598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4pPr>
      <a:lvl5pPr marL="124797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5pPr>
      <a:lvl6pPr marL="155996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6pPr>
      <a:lvl7pPr marL="1871960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7pPr>
      <a:lvl8pPr marL="2183953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8pPr>
      <a:lvl9pPr marL="2495946" algn="l" defTabSz="623987" rtl="0" eaLnBrk="1" latinLnBrk="0" hangingPunct="1">
        <a:defRPr sz="12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1" Type="http://schemas.openxmlformats.org/officeDocument/2006/relationships/image" Target="../media/image8.png"/><Relationship Id="rId47" Type="http://schemas.openxmlformats.org/officeDocument/2006/relationships/image" Target="../media/image4.png"/><Relationship Id="rId50" Type="http://schemas.openxmlformats.org/officeDocument/2006/relationships/image" Target="../media/image7.png"/><Relationship Id="rId55" Type="http://schemas.openxmlformats.org/officeDocument/2006/relationships/image" Target="../media/image12.png"/><Relationship Id="rId63" Type="http://schemas.openxmlformats.org/officeDocument/2006/relationships/image" Target="../media/image21.png"/><Relationship Id="rId68" Type="http://schemas.openxmlformats.org/officeDocument/2006/relationships/image" Target="../media/image26.png"/><Relationship Id="rId46" Type="http://schemas.openxmlformats.org/officeDocument/2006/relationships/image" Target="../media/image3.png"/><Relationship Id="rId59" Type="http://schemas.openxmlformats.org/officeDocument/2006/relationships/image" Target="../media/image16.png"/><Relationship Id="rId67" Type="http://schemas.openxmlformats.org/officeDocument/2006/relationships/image" Target="../media/image25.png"/><Relationship Id="rId54" Type="http://schemas.openxmlformats.org/officeDocument/2006/relationships/image" Target="../media/image11.png"/><Relationship Id="rId6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5" Type="http://schemas.openxmlformats.org/officeDocument/2006/relationships/image" Target="../media/image2.png"/><Relationship Id="rId53" Type="http://schemas.openxmlformats.org/officeDocument/2006/relationships/image" Target="../media/image10.png"/><Relationship Id="rId58" Type="http://schemas.openxmlformats.org/officeDocument/2006/relationships/image" Target="../media/image15.png"/><Relationship Id="rId66" Type="http://schemas.openxmlformats.org/officeDocument/2006/relationships/image" Target="../media/image24.png"/><Relationship Id="rId49" Type="http://schemas.openxmlformats.org/officeDocument/2006/relationships/image" Target="../media/image6.png"/><Relationship Id="rId57" Type="http://schemas.openxmlformats.org/officeDocument/2006/relationships/image" Target="../media/image14.png"/><Relationship Id="rId61" Type="http://schemas.openxmlformats.org/officeDocument/2006/relationships/image" Target="../media/image18.png"/><Relationship Id="rId44" Type="http://schemas.openxmlformats.org/officeDocument/2006/relationships/image" Target="../media/image1.png"/><Relationship Id="rId52" Type="http://schemas.openxmlformats.org/officeDocument/2006/relationships/image" Target="../media/image9.png"/><Relationship Id="rId60" Type="http://schemas.openxmlformats.org/officeDocument/2006/relationships/image" Target="../media/image17.png"/><Relationship Id="rId65" Type="http://schemas.openxmlformats.org/officeDocument/2006/relationships/image" Target="../media/image23.png"/><Relationship Id="rId43" Type="http://schemas.openxmlformats.org/officeDocument/2006/relationships/image" Target="../media/image20.png"/><Relationship Id="rId48" Type="http://schemas.openxmlformats.org/officeDocument/2006/relationships/image" Target="../media/image5.png"/><Relationship Id="rId56" Type="http://schemas.openxmlformats.org/officeDocument/2006/relationships/image" Target="../media/image13.png"/><Relationship Id="rId6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3C0AF88B-6C0B-4BA6-AC20-94372B213473}"/>
              </a:ext>
            </a:extLst>
          </p:cNvPr>
          <p:cNvGrpSpPr/>
          <p:nvPr/>
        </p:nvGrpSpPr>
        <p:grpSpPr>
          <a:xfrm>
            <a:off x="129751" y="95972"/>
            <a:ext cx="15587370" cy="4490793"/>
            <a:chOff x="1465261" y="1287103"/>
            <a:chExt cx="15587370" cy="4490793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81A61220-2989-4CBF-B7D3-CE479FC0E81E}"/>
                </a:ext>
              </a:extLst>
            </p:cNvPr>
            <p:cNvGrpSpPr/>
            <p:nvPr/>
          </p:nvGrpSpPr>
          <p:grpSpPr>
            <a:xfrm>
              <a:off x="6014980" y="5448126"/>
              <a:ext cx="4101416" cy="329770"/>
              <a:chOff x="4978400" y="6413538"/>
              <a:chExt cx="3906972" cy="314135"/>
            </a:xfrm>
          </p:grpSpPr>
          <p:cxnSp>
            <p:nvCxnSpPr>
              <p:cNvPr id="153" name="直接箭头连接符 152">
                <a:extLst>
                  <a:ext uri="{FF2B5EF4-FFF2-40B4-BE49-F238E27FC236}">
                    <a16:creationId xmlns:a16="http://schemas.microsoft.com/office/drawing/2014/main" id="{F6E3A73C-AD4E-46D8-9BC1-BD30050732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8400" y="6565946"/>
                <a:ext cx="3906972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" name="文本框 153">
                    <a:extLst>
                      <a:ext uri="{FF2B5EF4-FFF2-40B4-BE49-F238E27FC236}">
                        <a16:creationId xmlns:a16="http://schemas.microsoft.com/office/drawing/2014/main" id="{0F215A93-10C2-4613-966C-28E19804B19D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862" y="6413538"/>
                    <a:ext cx="309221" cy="31413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143" i="1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zh-CN" altLang="en-US" sz="2143" dirty="0"/>
                  </a:p>
                </p:txBody>
              </p:sp>
            </mc:Choice>
            <mc:Fallback xmlns="">
              <p:sp>
                <p:nvSpPr>
                  <p:cNvPr id="283" name="文本框 282">
                    <a:extLst>
                      <a:ext uri="{FF2B5EF4-FFF2-40B4-BE49-F238E27FC236}">
                        <a16:creationId xmlns:a16="http://schemas.microsoft.com/office/drawing/2014/main" id="{8485EBC7-3D79-40D5-AF38-07993FD9AF1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32862" y="6413538"/>
                    <a:ext cx="309221" cy="314135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b="-370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AEB3773B-28D7-48D4-82C0-3961024DF7D8}"/>
                </a:ext>
              </a:extLst>
            </p:cNvPr>
            <p:cNvCxnSpPr>
              <a:cxnSpLocks/>
              <a:stCxn id="120" idx="3"/>
              <a:endCxn id="145" idx="1"/>
            </p:cNvCxnSpPr>
            <p:nvPr/>
          </p:nvCxnSpPr>
          <p:spPr>
            <a:xfrm>
              <a:off x="4489832" y="3235389"/>
              <a:ext cx="715920" cy="1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E99E3719-F12D-4D0B-BF4D-375D5C15BFDB}"/>
                    </a:ext>
                  </a:extLst>
                </p:cNvPr>
                <p:cNvSpPr txBox="1"/>
                <p:nvPr/>
              </p:nvSpPr>
              <p:spPr>
                <a:xfrm>
                  <a:off x="7003924" y="3070502"/>
                  <a:ext cx="298159" cy="3297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3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3" dirty="0"/>
                </a:p>
              </p:txBody>
            </p:sp>
          </mc:Choice>
          <mc:Fallback xmlns="">
            <p:sp>
              <p:nvSpPr>
                <p:cNvPr id="260" name="文本框 259">
                  <a:extLst>
                    <a:ext uri="{FF2B5EF4-FFF2-40B4-BE49-F238E27FC236}">
                      <a16:creationId xmlns:a16="http://schemas.microsoft.com/office/drawing/2014/main" id="{CFCA1A13-B726-42FD-BADB-A24C0A6CD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3924" y="3070502"/>
                  <a:ext cx="298159" cy="329770"/>
                </a:xfrm>
                <a:prstGeom prst="rect">
                  <a:avLst/>
                </a:prstGeom>
                <a:blipFill>
                  <a:blip r:embed="rId44"/>
                  <a:stretch>
                    <a:fillRect l="-8163" r="-61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BC5FCE3C-62D6-4C8C-A62C-4ABC66256258}"/>
                    </a:ext>
                  </a:extLst>
                </p:cNvPr>
                <p:cNvSpPr txBox="1"/>
                <p:nvPr/>
              </p:nvSpPr>
              <p:spPr>
                <a:xfrm>
                  <a:off x="12214895" y="1317240"/>
                  <a:ext cx="2863348" cy="34541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100" b="0" i="0" smtClean="0">
                            <a:latin typeface="Cambria Math" panose="02040503050406030204" pitchFamily="18" charset="0"/>
                          </a:rPr>
                          <m:t>Output</m:t>
                        </m:r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1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100" dirty="0"/>
                </a:p>
              </p:txBody>
            </p:sp>
          </mc:Choice>
          <mc:Fallback xmlns="">
            <p:sp>
              <p:nvSpPr>
                <p:cNvPr id="264" name="文本框 263">
                  <a:extLst>
                    <a:ext uri="{FF2B5EF4-FFF2-40B4-BE49-F238E27FC236}">
                      <a16:creationId xmlns:a16="http://schemas.microsoft.com/office/drawing/2014/main" id="{1ECFFD8E-DA99-4A87-B178-A987767CFF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895" y="1317240"/>
                  <a:ext cx="2863348" cy="345416"/>
                </a:xfrm>
                <a:prstGeom prst="rect">
                  <a:avLst/>
                </a:prstGeom>
                <a:blipFill>
                  <a:blip r:embed="rId45"/>
                  <a:stretch>
                    <a:fillRect l="-1066" t="-3509" r="-3198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FFECEEC-3917-41B7-AA37-A58AA43C4455}"/>
                    </a:ext>
                  </a:extLst>
                </p:cNvPr>
                <p:cNvSpPr txBox="1"/>
                <p:nvPr/>
              </p:nvSpPr>
              <p:spPr>
                <a:xfrm>
                  <a:off x="12214895" y="3111008"/>
                  <a:ext cx="3156377" cy="3713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𝓢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zh-CN" sz="21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sup>
                        </m:sSup>
                        <m:r>
                          <a:rPr lang="en-US" altLang="zh-CN" sz="2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CN" sz="2100" b="0" i="0" smtClean="0">
                            <a:latin typeface="Cambria Math" panose="02040503050406030204" pitchFamily="18" charset="0"/>
                          </a:rPr>
                          <m:t>Update</m:t>
                        </m:r>
                        <m:d>
                          <m:dPr>
                            <m:ctrlPr>
                              <a:rPr lang="en-US" altLang="zh-CN" sz="2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𝓢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100" b="1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r>
                                      <a:rPr lang="en-US" altLang="zh-CN" sz="21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altLang="zh-C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altLang="zh-CN" sz="21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  <m:sup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1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oMath>
                    </m:oMathPara>
                  </a14:m>
                  <a:endParaRPr lang="zh-CN" altLang="en-US" sz="2100" dirty="0"/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B99C514A-A401-4F33-A193-634C4C5453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14895" y="3111008"/>
                  <a:ext cx="3156377" cy="371320"/>
                </a:xfrm>
                <a:prstGeom prst="rect">
                  <a:avLst/>
                </a:prstGeom>
                <a:blipFill>
                  <a:blip r:embed="rId46"/>
                  <a:stretch>
                    <a:fillRect l="-1737" t="-1639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318BCCAD-6514-4CA8-BAAB-070A2DB37474}"/>
                </a:ext>
              </a:extLst>
            </p:cNvPr>
            <p:cNvGrpSpPr/>
            <p:nvPr/>
          </p:nvGrpSpPr>
          <p:grpSpPr>
            <a:xfrm>
              <a:off x="6101182" y="1440563"/>
              <a:ext cx="1227621" cy="3742457"/>
              <a:chOff x="5657634" y="1557497"/>
              <a:chExt cx="1227621" cy="3742457"/>
            </a:xfrm>
          </p:grpSpPr>
          <p:cxnSp>
            <p:nvCxnSpPr>
              <p:cNvPr id="151" name="连接符: 曲线 150">
                <a:extLst>
                  <a:ext uri="{FF2B5EF4-FFF2-40B4-BE49-F238E27FC236}">
                    <a16:creationId xmlns:a16="http://schemas.microsoft.com/office/drawing/2014/main" id="{CF10D875-4BED-4B1E-AC7F-0DEF07EA2C27}"/>
                  </a:ext>
                </a:extLst>
              </p:cNvPr>
              <p:cNvCxnSpPr>
                <a:cxnSpLocks/>
                <a:stCxn id="128" idx="3"/>
                <a:endCxn id="152" idx="1"/>
              </p:cNvCxnSpPr>
              <p:nvPr/>
            </p:nvCxnSpPr>
            <p:spPr>
              <a:xfrm>
                <a:off x="5657634" y="1557497"/>
                <a:ext cx="451727" cy="3594468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文本框 151">
                    <a:extLst>
                      <a:ext uri="{FF2B5EF4-FFF2-40B4-BE49-F238E27FC236}">
                        <a16:creationId xmlns:a16="http://schemas.microsoft.com/office/drawing/2014/main" id="{9A90C8D5-D6B0-415C-B843-BE5ACD0FF370}"/>
                      </a:ext>
                    </a:extLst>
                  </p:cNvPr>
                  <p:cNvSpPr txBox="1"/>
                  <p:nvPr/>
                </p:nvSpPr>
                <p:spPr>
                  <a:xfrm>
                    <a:off x="6109361" y="5003976"/>
                    <a:ext cx="775894" cy="295978"/>
                  </a:xfrm>
                  <a:prstGeom prst="rect">
                    <a:avLst/>
                  </a:prstGeom>
                  <a:noFill/>
                  <a:ln>
                    <a:solidFill>
                      <a:schemeClr val="bg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ker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toke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schemeClr val="bg1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76" name="文本框 275">
                    <a:extLst>
                      <a:ext uri="{FF2B5EF4-FFF2-40B4-BE49-F238E27FC236}">
                        <a16:creationId xmlns:a16="http://schemas.microsoft.com/office/drawing/2014/main" id="{91DB908D-FAFC-45B8-A7E5-9EFEC8926DC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09361" y="5003976"/>
                    <a:ext cx="775894" cy="295978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l="-10078" b="-6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7" name="连接符: 曲线 76">
              <a:extLst>
                <a:ext uri="{FF2B5EF4-FFF2-40B4-BE49-F238E27FC236}">
                  <a16:creationId xmlns:a16="http://schemas.microsoft.com/office/drawing/2014/main" id="{D54A08C8-A104-4904-9968-798885FCB54D}"/>
                </a:ext>
              </a:extLst>
            </p:cNvPr>
            <p:cNvCxnSpPr>
              <a:cxnSpLocks/>
              <a:stCxn id="108" idx="3"/>
              <a:endCxn id="100" idx="1"/>
            </p:cNvCxnSpPr>
            <p:nvPr/>
          </p:nvCxnSpPr>
          <p:spPr>
            <a:xfrm>
              <a:off x="9098277" y="1440563"/>
              <a:ext cx="785000" cy="358933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tx1"/>
              </a:solidFill>
              <a:prstDash val="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3A37D884-234B-419B-8985-2BDA12ECF562}"/>
                </a:ext>
              </a:extLst>
            </p:cNvPr>
            <p:cNvGrpSpPr/>
            <p:nvPr/>
          </p:nvGrpSpPr>
          <p:grpSpPr>
            <a:xfrm>
              <a:off x="10854921" y="1435092"/>
              <a:ext cx="1736632" cy="3742790"/>
              <a:chOff x="6969359" y="1467217"/>
              <a:chExt cx="1736632" cy="3742790"/>
            </a:xfrm>
          </p:grpSpPr>
          <p:cxnSp>
            <p:nvCxnSpPr>
              <p:cNvPr id="146" name="连接符: 曲线 145">
                <a:extLst>
                  <a:ext uri="{FF2B5EF4-FFF2-40B4-BE49-F238E27FC236}">
                    <a16:creationId xmlns:a16="http://schemas.microsoft.com/office/drawing/2014/main" id="{FD72D199-242F-4B94-9DEC-302E872F4ADB}"/>
                  </a:ext>
                </a:extLst>
              </p:cNvPr>
              <p:cNvCxnSpPr>
                <a:cxnSpLocks/>
                <a:stCxn id="97" idx="3"/>
                <a:endCxn id="147" idx="1"/>
              </p:cNvCxnSpPr>
              <p:nvPr/>
            </p:nvCxnSpPr>
            <p:spPr>
              <a:xfrm>
                <a:off x="6969359" y="1467217"/>
                <a:ext cx="612429" cy="3594801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46">
                    <a:extLst>
                      <a:ext uri="{FF2B5EF4-FFF2-40B4-BE49-F238E27FC236}">
                        <a16:creationId xmlns:a16="http://schemas.microsoft.com/office/drawing/2014/main" id="{7B11C71F-CE65-41F8-9727-C2D1D8233D43}"/>
                      </a:ext>
                    </a:extLst>
                  </p:cNvPr>
                  <p:cNvSpPr txBox="1"/>
                  <p:nvPr/>
                </p:nvSpPr>
                <p:spPr>
                  <a:xfrm>
                    <a:off x="7581788" y="4914029"/>
                    <a:ext cx="1124203" cy="295978"/>
                  </a:xfrm>
                  <a:prstGeom prst="rect">
                    <a:avLst/>
                  </a:prstGeom>
                  <a:noFill/>
                  <a:ln>
                    <a:solidFill>
                      <a:schemeClr val="bg1"/>
                    </a:solidFill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CN" b="0" i="0" kern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toke</m:t>
                          </m:r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schemeClr val="bg1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72" name="文本框 271">
                    <a:extLst>
                      <a:ext uri="{FF2B5EF4-FFF2-40B4-BE49-F238E27FC236}">
                        <a16:creationId xmlns:a16="http://schemas.microsoft.com/office/drawing/2014/main" id="{30DCC73A-C6C9-4E9D-802C-37091B2036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1788" y="4914029"/>
                    <a:ext cx="1124203" cy="295978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l="-2139" b="-6000"/>
                    </a:stretch>
                  </a:blipFill>
                  <a:ln>
                    <a:solidFill>
                      <a:schemeClr val="bg1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F8E7676-39A2-40D6-BAC6-49783860AF29}"/>
                    </a:ext>
                  </a:extLst>
                </p:cNvPr>
                <p:cNvSpPr txBox="1"/>
                <p:nvPr/>
              </p:nvSpPr>
              <p:spPr>
                <a:xfrm>
                  <a:off x="11700732" y="3077825"/>
                  <a:ext cx="310983" cy="32977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143" i="1">
                            <a:latin typeface="Cambria Math" panose="02040503050406030204" pitchFamily="18" charset="0"/>
                          </a:rPr>
                          <m:t>⋯</m:t>
                        </m:r>
                      </m:oMath>
                    </m:oMathPara>
                  </a14:m>
                  <a:endParaRPr lang="zh-CN" altLang="en-US" sz="2143" dirty="0"/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8F8C973-B6D9-4F7F-9BAC-9278085F02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00732" y="3077825"/>
                  <a:ext cx="310983" cy="329770"/>
                </a:xfrm>
                <a:prstGeom prst="rect">
                  <a:avLst/>
                </a:prstGeom>
                <a:blipFill>
                  <a:blip r:embed="rId49"/>
                  <a:stretch>
                    <a:fillRect l="-3922" r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5CA0E2D8-1CC4-4620-B388-E95FCEE384C7}"/>
                </a:ext>
              </a:extLst>
            </p:cNvPr>
            <p:cNvSpPr txBox="1"/>
            <p:nvPr/>
          </p:nvSpPr>
          <p:spPr>
            <a:xfrm>
              <a:off x="15432159" y="1320477"/>
              <a:ext cx="1620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rPr>
                <a:t>Output rule</a:t>
              </a:r>
              <a:endParaRPr lang="zh-CN" alt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C9E50C30-50CF-4E7C-96BF-49E03E24244E}"/>
                </a:ext>
              </a:extLst>
            </p:cNvPr>
            <p:cNvSpPr txBox="1"/>
            <p:nvPr/>
          </p:nvSpPr>
          <p:spPr>
            <a:xfrm>
              <a:off x="15432159" y="3088919"/>
              <a:ext cx="162047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100" dirty="0">
                  <a:latin typeface="Arial" panose="020B0604020202020204" pitchFamily="34" charset="0"/>
                  <a:cs typeface="Arial" panose="020B0604020202020204" pitchFamily="34" charset="0"/>
                </a:rPr>
                <a:t>Update rule</a:t>
              </a:r>
              <a:endParaRPr lang="zh-CN" altLang="en-US" sz="2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8EEC3E7D-762B-4BF0-9AF8-1980311B29C5}"/>
                </a:ext>
              </a:extLst>
            </p:cNvPr>
            <p:cNvGrpSpPr/>
            <p:nvPr/>
          </p:nvGrpSpPr>
          <p:grpSpPr>
            <a:xfrm>
              <a:off x="5205752" y="1296164"/>
              <a:ext cx="925518" cy="3886856"/>
              <a:chOff x="5205752" y="1296164"/>
              <a:chExt cx="925518" cy="388685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F1D29A03-886C-4196-988F-1A5A013C97F6}"/>
                      </a:ext>
                    </a:extLst>
                  </p:cNvPr>
                  <p:cNvSpPr txBox="1"/>
                  <p:nvPr/>
                </p:nvSpPr>
                <p:spPr>
                  <a:xfrm>
                    <a:off x="5449275" y="2218588"/>
                    <a:ext cx="452683" cy="2887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6" name="文本框 375">
                    <a:extLst>
                      <a:ext uri="{FF2B5EF4-FFF2-40B4-BE49-F238E27FC236}">
                        <a16:creationId xmlns:a16="http://schemas.microsoft.com/office/drawing/2014/main" id="{8B56BAAF-001C-416D-8DC6-EE3F5DE497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49275" y="2218588"/>
                    <a:ext cx="452683" cy="288797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l="-2703" t="-8511" r="-675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27">
                    <a:extLst>
                      <a:ext uri="{FF2B5EF4-FFF2-40B4-BE49-F238E27FC236}">
                        <a16:creationId xmlns:a16="http://schemas.microsoft.com/office/drawing/2014/main" id="{0830B1A7-AC0D-4176-86AE-1ECE75362BCB}"/>
                      </a:ext>
                    </a:extLst>
                  </p:cNvPr>
                  <p:cNvSpPr txBox="1"/>
                  <p:nvPr/>
                </p:nvSpPr>
                <p:spPr>
                  <a:xfrm>
                    <a:off x="5250052" y="1296164"/>
                    <a:ext cx="851130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7" name="文本框 376">
                    <a:extLst>
                      <a:ext uri="{FF2B5EF4-FFF2-40B4-BE49-F238E27FC236}">
                        <a16:creationId xmlns:a16="http://schemas.microsoft.com/office/drawing/2014/main" id="{2DA34B97-9E32-4A02-BEFC-CC9517ED78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0052" y="1296164"/>
                    <a:ext cx="851130" cy="288797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5714" t="-8511" r="-5000" b="-851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9" name="直接箭头连接符 128">
                <a:extLst>
                  <a:ext uri="{FF2B5EF4-FFF2-40B4-BE49-F238E27FC236}">
                    <a16:creationId xmlns:a16="http://schemas.microsoft.com/office/drawing/2014/main" id="{5D502470-6361-4B3E-990F-4ABF9A806454}"/>
                  </a:ext>
                </a:extLst>
              </p:cNvPr>
              <p:cNvCxnSpPr>
                <a:cxnSpLocks/>
                <a:stCxn id="127" idx="0"/>
                <a:endCxn id="128" idx="2"/>
              </p:cNvCxnSpPr>
              <p:nvPr/>
            </p:nvCxnSpPr>
            <p:spPr>
              <a:xfrm flipV="1">
                <a:off x="5675617" y="1584961"/>
                <a:ext cx="0" cy="633627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EA4A4B4B-58E0-46D7-A83C-6835D7455F85}"/>
                  </a:ext>
                </a:extLst>
              </p:cNvPr>
              <p:cNvCxnSpPr>
                <a:cxnSpLocks/>
                <a:stCxn id="145" idx="0"/>
                <a:endCxn id="127" idx="2"/>
              </p:cNvCxnSpPr>
              <p:nvPr/>
            </p:nvCxnSpPr>
            <p:spPr>
              <a:xfrm flipV="1">
                <a:off x="5668511" y="2507385"/>
                <a:ext cx="7106" cy="47615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6D98FFEE-A07F-46F1-96F8-A82BF961E3D5}"/>
                      </a:ext>
                    </a:extLst>
                  </p:cNvPr>
                  <p:cNvSpPr txBox="1"/>
                  <p:nvPr/>
                </p:nvSpPr>
                <p:spPr>
                  <a:xfrm>
                    <a:off x="5441977" y="3966494"/>
                    <a:ext cx="450000" cy="28879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0" name="文本框 369">
                    <a:extLst>
                      <a:ext uri="{FF2B5EF4-FFF2-40B4-BE49-F238E27FC236}">
                        <a16:creationId xmlns:a16="http://schemas.microsoft.com/office/drawing/2014/main" id="{256CF4ED-DACC-4B42-9B34-684DB1DF20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41977" y="3966494"/>
                    <a:ext cx="450000" cy="288797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l="-5405" t="-8511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1F06295A-64F9-42DF-B0FF-A10678095E5D}"/>
                      </a:ext>
                    </a:extLst>
                  </p:cNvPr>
                  <p:cNvSpPr txBox="1"/>
                  <p:nvPr/>
                </p:nvSpPr>
                <p:spPr>
                  <a:xfrm>
                    <a:off x="5239216" y="4887820"/>
                    <a:ext cx="851130" cy="29520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[1</m:t>
                              </m:r>
                              <m: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71" name="文本框 370">
                    <a:extLst>
                      <a:ext uri="{FF2B5EF4-FFF2-40B4-BE49-F238E27FC236}">
                        <a16:creationId xmlns:a16="http://schemas.microsoft.com/office/drawing/2014/main" id="{7336D767-5914-4580-9D61-3C22BE25A5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39216" y="4887820"/>
                    <a:ext cx="851130" cy="295200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l="-5714" t="-8333" r="-5000" b="-625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直接箭头连接符 132">
                <a:extLst>
                  <a:ext uri="{FF2B5EF4-FFF2-40B4-BE49-F238E27FC236}">
                    <a16:creationId xmlns:a16="http://schemas.microsoft.com/office/drawing/2014/main" id="{81661CB9-50AD-460C-ADD9-B06696E16D9B}"/>
                  </a:ext>
                </a:extLst>
              </p:cNvPr>
              <p:cNvCxnSpPr>
                <a:cxnSpLocks/>
                <a:stCxn id="132" idx="0"/>
                <a:endCxn id="131" idx="2"/>
              </p:cNvCxnSpPr>
              <p:nvPr/>
            </p:nvCxnSpPr>
            <p:spPr>
              <a:xfrm flipV="1">
                <a:off x="5664781" y="4255291"/>
                <a:ext cx="2196" cy="632529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36" name="直接箭头连接符 135">
                <a:extLst>
                  <a:ext uri="{FF2B5EF4-FFF2-40B4-BE49-F238E27FC236}">
                    <a16:creationId xmlns:a16="http://schemas.microsoft.com/office/drawing/2014/main" id="{966AFD03-B42E-4079-B3A3-9E141D487AAD}"/>
                  </a:ext>
                </a:extLst>
              </p:cNvPr>
              <p:cNvCxnSpPr>
                <a:cxnSpLocks/>
                <a:stCxn id="131" idx="0"/>
                <a:endCxn id="145" idx="2"/>
              </p:cNvCxnSpPr>
              <p:nvPr/>
            </p:nvCxnSpPr>
            <p:spPr>
              <a:xfrm flipV="1">
                <a:off x="5666977" y="3487241"/>
                <a:ext cx="1534" cy="47925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7DAB3072-5320-41A9-8540-1E45AE57CE5D}"/>
                  </a:ext>
                </a:extLst>
              </p:cNvPr>
              <p:cNvGrpSpPr/>
              <p:nvPr/>
            </p:nvGrpSpPr>
            <p:grpSpPr>
              <a:xfrm>
                <a:off x="5205752" y="2983538"/>
                <a:ext cx="925518" cy="503703"/>
                <a:chOff x="2624200" y="4694878"/>
                <a:chExt cx="925518" cy="5037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4" name="文本框 143">
                      <a:extLst>
                        <a:ext uri="{FF2B5EF4-FFF2-40B4-BE49-F238E27FC236}">
                          <a16:creationId xmlns:a16="http://schemas.microsoft.com/office/drawing/2014/main" id="{CA94D89A-E40A-425C-A418-98630DB9A3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40490" y="4778253"/>
                      <a:ext cx="692938" cy="3369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21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𝓢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[</m:t>
                                </m:r>
                                <m: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2100" kern="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140" name="文本框 139">
                      <a:extLst>
                        <a:ext uri="{FF2B5EF4-FFF2-40B4-BE49-F238E27FC236}">
                          <a16:creationId xmlns:a16="http://schemas.microsoft.com/office/drawing/2014/main" id="{E8942935-A04F-4D3F-919C-49515DF67E6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40490" y="4778253"/>
                      <a:ext cx="692938" cy="336952"/>
                    </a:xfrm>
                    <a:prstGeom prst="rect">
                      <a:avLst/>
                    </a:prstGeom>
                    <a:blipFill>
                      <a:blip r:embed="rId54"/>
                      <a:stretch>
                        <a:fillRect t="-7273" b="-72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45" name="矩形: 圆角 144">
                  <a:extLst>
                    <a:ext uri="{FF2B5EF4-FFF2-40B4-BE49-F238E27FC236}">
                      <a16:creationId xmlns:a16="http://schemas.microsoft.com/office/drawing/2014/main" id="{182B7570-B4AD-448E-825E-817A961D8E56}"/>
                    </a:ext>
                  </a:extLst>
                </p:cNvPr>
                <p:cNvSpPr/>
                <p:nvPr/>
              </p:nvSpPr>
              <p:spPr>
                <a:xfrm>
                  <a:off x="2624200" y="4694878"/>
                  <a:ext cx="925518" cy="503703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dashDot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00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</p:grpSp>
        </p:grp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CCF41265-2DC8-4FAD-A63E-FD70FC23788C}"/>
                </a:ext>
              </a:extLst>
            </p:cNvPr>
            <p:cNvGrpSpPr/>
            <p:nvPr/>
          </p:nvGrpSpPr>
          <p:grpSpPr>
            <a:xfrm>
              <a:off x="1465261" y="1694386"/>
              <a:ext cx="1892912" cy="3084222"/>
              <a:chOff x="1465261" y="1694386"/>
              <a:chExt cx="1892912" cy="30842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矩形: 圆角 120">
                    <a:extLst>
                      <a:ext uri="{FF2B5EF4-FFF2-40B4-BE49-F238E27FC236}">
                        <a16:creationId xmlns:a16="http://schemas.microsoft.com/office/drawing/2014/main" id="{F8BA12E8-3519-4701-85E6-290470708295}"/>
                      </a:ext>
                    </a:extLst>
                  </p:cNvPr>
                  <p:cNvSpPr/>
                  <p:nvPr/>
                </p:nvSpPr>
                <p:spPr>
                  <a:xfrm>
                    <a:off x="1465261" y="1694386"/>
                    <a:ext cx="1892912" cy="420023"/>
                  </a:xfrm>
                  <a:prstGeom prst="roundRect">
                    <a:avLst/>
                  </a:prstGeom>
                  <a:noFill/>
                  <a:ln>
                    <a:noFill/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en-US" altLang="zh-CN" sz="2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Output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a14:m>
                    <a:endParaRPr lang="zh-CN" altLang="en-US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86" name="矩形: 圆角 285">
                    <a:extLst>
                      <a:ext uri="{FF2B5EF4-FFF2-40B4-BE49-F238E27FC236}">
                        <a16:creationId xmlns:a16="http://schemas.microsoft.com/office/drawing/2014/main" id="{22E4051E-3AEB-42DD-895E-CC6F83E3BC7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5261" y="1694386"/>
                    <a:ext cx="1892912" cy="420023"/>
                  </a:xfrm>
                  <a:prstGeom prst="roundRect">
                    <a:avLst/>
                  </a:prstGeom>
                  <a:blipFill>
                    <a:blip r:embed="rId55"/>
                    <a:stretch>
                      <a:fillRect l="-2572" t="-7246" b="-28986"/>
                    </a:stretch>
                  </a:blipFill>
                  <a:ln>
                    <a:noFill/>
                    <a:prstDash val="dash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矩形: 圆角 121">
                    <a:extLst>
                      <a:ext uri="{FF2B5EF4-FFF2-40B4-BE49-F238E27FC236}">
                        <a16:creationId xmlns:a16="http://schemas.microsoft.com/office/drawing/2014/main" id="{3DCF0EBF-3217-43B4-8E70-95F8CAC06A4F}"/>
                      </a:ext>
                    </a:extLst>
                  </p:cNvPr>
                  <p:cNvSpPr/>
                  <p:nvPr/>
                </p:nvSpPr>
                <p:spPr>
                  <a:xfrm>
                    <a:off x="1465261" y="4358585"/>
                    <a:ext cx="1892912" cy="420023"/>
                  </a:xfrm>
                  <a:prstGeom prst="roundRect">
                    <a:avLst/>
                  </a:prstGeom>
                  <a:noFill/>
                  <a:ln>
                    <a:noFill/>
                    <a:prstDash val="dash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5991" tIns="47995" rIns="95991" bIns="47995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r>
                      <a:rPr lang="en-US" altLang="zh-CN" sz="2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Input </a:t>
                    </a:r>
                    <a14:m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US" altLang="zh-CN" sz="21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𝒖</m:t>
                            </m:r>
                          </m:e>
                          <m:sup>
                            <m:r>
                              <a:rPr lang="en-US" altLang="zh-CN" sz="21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[</m:t>
                            </m:r>
                            <m:r>
                              <a:rPr lang="en-US" altLang="zh-CN" sz="21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𝑡</m:t>
                            </m:r>
                            <m:r>
                              <a:rPr lang="en-US" altLang="zh-CN" sz="2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]</m:t>
                            </m:r>
                          </m:sup>
                        </m:sSup>
                      </m:oMath>
                    </a14:m>
                    <a:endParaRPr lang="zh-CN" altLang="en-US" sz="21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288" name="矩形: 圆角 287">
                    <a:extLst>
                      <a:ext uri="{FF2B5EF4-FFF2-40B4-BE49-F238E27FC236}">
                        <a16:creationId xmlns:a16="http://schemas.microsoft.com/office/drawing/2014/main" id="{FFA51A7C-3441-4CC4-91A6-80B87CA5D4D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65261" y="4358585"/>
                    <a:ext cx="1892912" cy="420023"/>
                  </a:xfrm>
                  <a:prstGeom prst="roundRect">
                    <a:avLst/>
                  </a:prstGeom>
                  <a:blipFill>
                    <a:blip r:embed="rId56"/>
                    <a:stretch>
                      <a:fillRect l="-2572" t="-7246" b="-28986"/>
                    </a:stretch>
                  </a:blipFill>
                  <a:ln>
                    <a:noFill/>
                    <a:prstDash val="dashDot"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A70845A1-AD0A-4AA0-BA07-9991C614628A}"/>
                  </a:ext>
                </a:extLst>
              </p:cNvPr>
              <p:cNvSpPr/>
              <p:nvPr/>
            </p:nvSpPr>
            <p:spPr>
              <a:xfrm>
                <a:off x="1465261" y="3042890"/>
                <a:ext cx="1737976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sz="2100" dirty="0">
                    <a:solidFill>
                      <a:prstClr val="black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Hidden State</a:t>
                </a:r>
              </a:p>
            </p:txBody>
          </p:sp>
          <p:grpSp>
            <p:nvGrpSpPr>
              <p:cNvPr id="124" name="组合 123">
                <a:extLst>
                  <a:ext uri="{FF2B5EF4-FFF2-40B4-BE49-F238E27FC236}">
                    <a16:creationId xmlns:a16="http://schemas.microsoft.com/office/drawing/2014/main" id="{32F3F126-7D7C-4C00-AE20-EC0728ACD8B0}"/>
                  </a:ext>
                </a:extLst>
              </p:cNvPr>
              <p:cNvGrpSpPr/>
              <p:nvPr/>
            </p:nvGrpSpPr>
            <p:grpSpPr>
              <a:xfrm>
                <a:off x="1540536" y="3387470"/>
                <a:ext cx="925518" cy="503703"/>
                <a:chOff x="2717912" y="5567928"/>
                <a:chExt cx="925518" cy="5037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5" name="文本框 124">
                      <a:extLst>
                        <a:ext uri="{FF2B5EF4-FFF2-40B4-BE49-F238E27FC236}">
                          <a16:creationId xmlns:a16="http://schemas.microsoft.com/office/drawing/2014/main" id="{60125197-39E8-4B47-A377-3315794260B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830101" y="5651303"/>
                      <a:ext cx="692938" cy="3369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21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𝓢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[</m:t>
                                </m:r>
                                <m: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𝑡</m:t>
                                </m:r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2100" kern="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142" name="文本框 141">
                      <a:extLst>
                        <a:ext uri="{FF2B5EF4-FFF2-40B4-BE49-F238E27FC236}">
                          <a16:creationId xmlns:a16="http://schemas.microsoft.com/office/drawing/2014/main" id="{3BCC22C1-02B5-4172-A256-A4EE398052D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30101" y="5651303"/>
                      <a:ext cx="692938" cy="336952"/>
                    </a:xfrm>
                    <a:prstGeom prst="rect">
                      <a:avLst/>
                    </a:prstGeom>
                    <a:blipFill>
                      <a:blip r:embed="rId57"/>
                      <a:stretch>
                        <a:fillRect t="-7143"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6" name="矩形: 圆角 125">
                  <a:extLst>
                    <a:ext uri="{FF2B5EF4-FFF2-40B4-BE49-F238E27FC236}">
                      <a16:creationId xmlns:a16="http://schemas.microsoft.com/office/drawing/2014/main" id="{B3ABED0B-6723-4B83-894C-ABCDFC108137}"/>
                    </a:ext>
                  </a:extLst>
                </p:cNvPr>
                <p:cNvSpPr/>
                <p:nvPr/>
              </p:nvSpPr>
              <p:spPr>
                <a:xfrm>
                  <a:off x="2717912" y="5567928"/>
                  <a:ext cx="925518" cy="503703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dashDot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00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</p:grp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EFDC604-D08A-4D2B-83F0-93145E2459A6}"/>
                </a:ext>
              </a:extLst>
            </p:cNvPr>
            <p:cNvGrpSpPr/>
            <p:nvPr/>
          </p:nvGrpSpPr>
          <p:grpSpPr>
            <a:xfrm>
              <a:off x="3564314" y="2983537"/>
              <a:ext cx="925518" cy="503703"/>
              <a:chOff x="3851135" y="4851516"/>
              <a:chExt cx="925518" cy="5037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118">
                    <a:extLst>
                      <a:ext uri="{FF2B5EF4-FFF2-40B4-BE49-F238E27FC236}">
                        <a16:creationId xmlns:a16="http://schemas.microsoft.com/office/drawing/2014/main" id="{6331DB6E-2C24-4350-80E7-5A44E9793751}"/>
                      </a:ext>
                    </a:extLst>
                  </p:cNvPr>
                  <p:cNvSpPr txBox="1"/>
                  <p:nvPr/>
                </p:nvSpPr>
                <p:spPr>
                  <a:xfrm>
                    <a:off x="3963324" y="4934891"/>
                    <a:ext cx="692938" cy="3369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21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1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𝓢</m:t>
                              </m:r>
                            </m:e>
                            <m:sup>
                              <m:r>
                                <a:rPr lang="en-US" altLang="zh-CN" sz="21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[</m:t>
                              </m:r>
                              <m:r>
                                <a:rPr lang="en-US" altLang="zh-CN" sz="21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  <m:r>
                                <a:rPr lang="en-US" altLang="zh-CN" sz="21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sz="2100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149" name="文本框 148">
                    <a:extLst>
                      <a:ext uri="{FF2B5EF4-FFF2-40B4-BE49-F238E27FC236}">
                        <a16:creationId xmlns:a16="http://schemas.microsoft.com/office/drawing/2014/main" id="{7E3771F8-2F99-4043-9FD3-1AB67A5A81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3324" y="4934891"/>
                    <a:ext cx="692938" cy="336952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t="-7273" b="-727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D17649F7-7353-426F-8AA4-CE74800F657A}"/>
                  </a:ext>
                </a:extLst>
              </p:cNvPr>
              <p:cNvSpPr/>
              <p:nvPr/>
            </p:nvSpPr>
            <p:spPr>
              <a:xfrm>
                <a:off x="3851135" y="4851516"/>
                <a:ext cx="925518" cy="503703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dashDot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00">
                  <a:defRPr/>
                </a:pPr>
                <a:endParaRPr lang="zh-CN" altLang="en-US" kern="0">
                  <a:solidFill>
                    <a:prstClr val="white"/>
                  </a:solidFill>
                  <a:latin typeface="等线" panose="020F0502020204030204"/>
                  <a:ea typeface="等线" panose="02010600030101010101" pitchFamily="2" charset="-122"/>
                </a:endParaRPr>
              </a:p>
            </p:txBody>
          </p:sp>
        </p:grp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83DE5B4D-4AD4-4F0B-BA73-F8CA58D291AC}"/>
                </a:ext>
              </a:extLst>
            </p:cNvPr>
            <p:cNvCxnSpPr>
              <a:cxnSpLocks/>
            </p:cNvCxnSpPr>
            <p:nvPr/>
          </p:nvCxnSpPr>
          <p:spPr>
            <a:xfrm>
              <a:off x="6135969" y="3226603"/>
              <a:ext cx="715920" cy="1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>
              <a:extLst>
                <a:ext uri="{FF2B5EF4-FFF2-40B4-BE49-F238E27FC236}">
                  <a16:creationId xmlns:a16="http://schemas.microsoft.com/office/drawing/2014/main" id="{B88D7402-CBED-4551-AD0C-D0C6D6665DF2}"/>
                </a:ext>
              </a:extLst>
            </p:cNvPr>
            <p:cNvCxnSpPr>
              <a:cxnSpLocks/>
            </p:cNvCxnSpPr>
            <p:nvPr/>
          </p:nvCxnSpPr>
          <p:spPr>
            <a:xfrm>
              <a:off x="7495559" y="3244621"/>
              <a:ext cx="715920" cy="1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793DA757-2C14-487D-B186-AC73661144F6}"/>
                </a:ext>
              </a:extLst>
            </p:cNvPr>
            <p:cNvGrpSpPr/>
            <p:nvPr/>
          </p:nvGrpSpPr>
          <p:grpSpPr>
            <a:xfrm>
              <a:off x="8126002" y="1292574"/>
              <a:ext cx="1081578" cy="3885308"/>
              <a:chOff x="8126002" y="1292574"/>
              <a:chExt cx="1081578" cy="388530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4E0989DA-8647-4CA0-8923-2A59E1A48104}"/>
                      </a:ext>
                    </a:extLst>
                  </p:cNvPr>
                  <p:cNvSpPr txBox="1"/>
                  <p:nvPr/>
                </p:nvSpPr>
                <p:spPr>
                  <a:xfrm>
                    <a:off x="8337071" y="2223080"/>
                    <a:ext cx="657424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9" name="文本框 348">
                    <a:extLst>
                      <a:ext uri="{FF2B5EF4-FFF2-40B4-BE49-F238E27FC236}">
                        <a16:creationId xmlns:a16="http://schemas.microsoft.com/office/drawing/2014/main" id="{C1FE16FC-84E0-43E1-B281-CB6E3534FF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7071" y="2223080"/>
                    <a:ext cx="657424" cy="288797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 l="-3738" t="-8511" r="-747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107">
                    <a:extLst>
                      <a:ext uri="{FF2B5EF4-FFF2-40B4-BE49-F238E27FC236}">
                        <a16:creationId xmlns:a16="http://schemas.microsoft.com/office/drawing/2014/main" id="{A68A6B7B-E529-4670-A730-349FC00854E8}"/>
                      </a:ext>
                    </a:extLst>
                  </p:cNvPr>
                  <p:cNvSpPr txBox="1"/>
                  <p:nvPr/>
                </p:nvSpPr>
                <p:spPr>
                  <a:xfrm>
                    <a:off x="8236310" y="1292574"/>
                    <a:ext cx="861967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50" name="文本框 349">
                    <a:extLst>
                      <a:ext uri="{FF2B5EF4-FFF2-40B4-BE49-F238E27FC236}">
                        <a16:creationId xmlns:a16="http://schemas.microsoft.com/office/drawing/2014/main" id="{ACE00A74-C88D-422D-A59F-03CBE60A12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36310" y="1292574"/>
                    <a:ext cx="861967" cy="295978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l="-5674" b="-61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D06A696E-9753-4E40-A952-7730FFCD6C9D}"/>
                      </a:ext>
                    </a:extLst>
                  </p:cNvPr>
                  <p:cNvSpPr txBox="1"/>
                  <p:nvPr/>
                </p:nvSpPr>
                <p:spPr>
                  <a:xfrm>
                    <a:off x="8333985" y="3966494"/>
                    <a:ext cx="668645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−1]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3" name="文本框 342">
                    <a:extLst>
                      <a:ext uri="{FF2B5EF4-FFF2-40B4-BE49-F238E27FC236}">
                        <a16:creationId xmlns:a16="http://schemas.microsoft.com/office/drawing/2014/main" id="{96247405-1F74-4CA9-BC70-D3FCD3B176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33985" y="3966494"/>
                    <a:ext cx="668645" cy="288797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 l="-3636" t="-8511" r="-636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109">
                    <a:extLst>
                      <a:ext uri="{FF2B5EF4-FFF2-40B4-BE49-F238E27FC236}">
                        <a16:creationId xmlns:a16="http://schemas.microsoft.com/office/drawing/2014/main" id="{F0CCF48A-CB1A-46E1-A93D-876BC9200EDC}"/>
                      </a:ext>
                    </a:extLst>
                  </p:cNvPr>
                  <p:cNvSpPr txBox="1"/>
                  <p:nvPr/>
                </p:nvSpPr>
                <p:spPr>
                  <a:xfrm>
                    <a:off x="8126002" y="4881904"/>
                    <a:ext cx="1081578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44" name="文本框 343">
                    <a:extLst>
                      <a:ext uri="{FF2B5EF4-FFF2-40B4-BE49-F238E27FC236}">
                        <a16:creationId xmlns:a16="http://schemas.microsoft.com/office/drawing/2014/main" id="{F4D2C01C-BD6C-4B0F-8055-079EC297DC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26002" y="4881904"/>
                    <a:ext cx="1081578" cy="295978"/>
                  </a:xfrm>
                  <a:prstGeom prst="rect">
                    <a:avLst/>
                  </a:prstGeom>
                  <a:blipFill>
                    <a:blip r:embed="rId62"/>
                    <a:stretch>
                      <a:fillRect l="-4520"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58427B9D-C6BD-48E2-B71C-93156B65E54A}"/>
                  </a:ext>
                </a:extLst>
              </p:cNvPr>
              <p:cNvGrpSpPr/>
              <p:nvPr/>
            </p:nvGrpSpPr>
            <p:grpSpPr>
              <a:xfrm>
                <a:off x="8204308" y="2983536"/>
                <a:ext cx="925518" cy="503703"/>
                <a:chOff x="4528640" y="3859588"/>
                <a:chExt cx="925518" cy="5037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7" name="文本框 116">
                      <a:extLst>
                        <a:ext uri="{FF2B5EF4-FFF2-40B4-BE49-F238E27FC236}">
                          <a16:creationId xmlns:a16="http://schemas.microsoft.com/office/drawing/2014/main" id="{D6C5F8A5-15C5-487D-B1FF-6339876BC41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40829" y="3942963"/>
                      <a:ext cx="692938" cy="3369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21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𝓢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[</m:t>
                                </m:r>
                                <m: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  <m: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−1]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2100" kern="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134" name="文本框 133">
                      <a:extLst>
                        <a:ext uri="{FF2B5EF4-FFF2-40B4-BE49-F238E27FC236}">
                          <a16:creationId xmlns:a16="http://schemas.microsoft.com/office/drawing/2014/main" id="{65C2181E-6D21-408F-8CDE-3E53B4834D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40829" y="3942963"/>
                      <a:ext cx="692938" cy="336952"/>
                    </a:xfrm>
                    <a:prstGeom prst="rect">
                      <a:avLst/>
                    </a:prstGeom>
                    <a:blipFill>
                      <a:blip r:embed="rId63"/>
                      <a:stretch>
                        <a:fillRect l="-12281" t="-7273" r="-11404" b="-727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8" name="矩形: 圆角 117">
                  <a:extLst>
                    <a:ext uri="{FF2B5EF4-FFF2-40B4-BE49-F238E27FC236}">
                      <a16:creationId xmlns:a16="http://schemas.microsoft.com/office/drawing/2014/main" id="{B04C9478-096C-499F-A790-C82676B751D8}"/>
                    </a:ext>
                  </a:extLst>
                </p:cNvPr>
                <p:cNvSpPr/>
                <p:nvPr/>
              </p:nvSpPr>
              <p:spPr>
                <a:xfrm>
                  <a:off x="4528640" y="3859588"/>
                  <a:ext cx="925518" cy="503703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dashDot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00">
                    <a:defRPr/>
                  </a:pPr>
                  <a:endParaRPr lang="zh-CN" altLang="en-US" kern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</p:grpSp>
          <p:cxnSp>
            <p:nvCxnSpPr>
              <p:cNvPr id="112" name="直接箭头连接符 111">
                <a:extLst>
                  <a:ext uri="{FF2B5EF4-FFF2-40B4-BE49-F238E27FC236}">
                    <a16:creationId xmlns:a16="http://schemas.microsoft.com/office/drawing/2014/main" id="{C30A1E84-5871-417E-BFDE-FEF1E3B9FBBD}"/>
                  </a:ext>
                </a:extLst>
              </p:cNvPr>
              <p:cNvCxnSpPr>
                <a:cxnSpLocks/>
                <a:stCxn id="109" idx="0"/>
                <a:endCxn id="118" idx="2"/>
              </p:cNvCxnSpPr>
              <p:nvPr/>
            </p:nvCxnSpPr>
            <p:spPr>
              <a:xfrm flipH="1" flipV="1">
                <a:off x="8667067" y="3487239"/>
                <a:ext cx="1241" cy="47925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3" name="直接箭头连接符 112">
                <a:extLst>
                  <a:ext uri="{FF2B5EF4-FFF2-40B4-BE49-F238E27FC236}">
                    <a16:creationId xmlns:a16="http://schemas.microsoft.com/office/drawing/2014/main" id="{38C34ACF-8B30-4B9D-91BA-4A79430A80CF}"/>
                  </a:ext>
                </a:extLst>
              </p:cNvPr>
              <p:cNvCxnSpPr>
                <a:cxnSpLocks/>
                <a:stCxn id="110" idx="0"/>
                <a:endCxn id="109" idx="2"/>
              </p:cNvCxnSpPr>
              <p:nvPr/>
            </p:nvCxnSpPr>
            <p:spPr>
              <a:xfrm flipV="1">
                <a:off x="8666791" y="4255291"/>
                <a:ext cx="1517" cy="626613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4" name="直接箭头连接符 113">
                <a:extLst>
                  <a:ext uri="{FF2B5EF4-FFF2-40B4-BE49-F238E27FC236}">
                    <a16:creationId xmlns:a16="http://schemas.microsoft.com/office/drawing/2014/main" id="{86C70776-AEFA-44ED-877B-BBABD01467DD}"/>
                  </a:ext>
                </a:extLst>
              </p:cNvPr>
              <p:cNvCxnSpPr>
                <a:cxnSpLocks/>
                <a:stCxn id="118" idx="0"/>
                <a:endCxn id="107" idx="2"/>
              </p:cNvCxnSpPr>
              <p:nvPr/>
            </p:nvCxnSpPr>
            <p:spPr>
              <a:xfrm flipH="1" flipV="1">
                <a:off x="8665783" y="2511877"/>
                <a:ext cx="1284" cy="471659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16" name="直接箭头连接符 115">
                <a:extLst>
                  <a:ext uri="{FF2B5EF4-FFF2-40B4-BE49-F238E27FC236}">
                    <a16:creationId xmlns:a16="http://schemas.microsoft.com/office/drawing/2014/main" id="{C6A6BB31-E9CE-478B-AD81-DB79BE829DA4}"/>
                  </a:ext>
                </a:extLst>
              </p:cNvPr>
              <p:cNvCxnSpPr>
                <a:cxnSpLocks/>
                <a:stCxn id="107" idx="0"/>
                <a:endCxn id="108" idx="2"/>
              </p:cNvCxnSpPr>
              <p:nvPr/>
            </p:nvCxnSpPr>
            <p:spPr>
              <a:xfrm flipV="1">
                <a:off x="8665783" y="1588552"/>
                <a:ext cx="1511" cy="634528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9FA19798-579B-4F08-9430-90044878E4F7}"/>
                </a:ext>
              </a:extLst>
            </p:cNvPr>
            <p:cNvCxnSpPr>
              <a:cxnSpLocks/>
            </p:cNvCxnSpPr>
            <p:nvPr/>
          </p:nvCxnSpPr>
          <p:spPr>
            <a:xfrm>
              <a:off x="9129826" y="3235386"/>
              <a:ext cx="715920" cy="1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4B97B95B-F2D9-4D55-9616-823F0C07B149}"/>
                </a:ext>
              </a:extLst>
            </p:cNvPr>
            <p:cNvGrpSpPr/>
            <p:nvPr/>
          </p:nvGrpSpPr>
          <p:grpSpPr>
            <a:xfrm>
              <a:off x="9773599" y="1287103"/>
              <a:ext cx="1081322" cy="3890779"/>
              <a:chOff x="9773599" y="1287103"/>
              <a:chExt cx="1081322" cy="389077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95">
                    <a:extLst>
                      <a:ext uri="{FF2B5EF4-FFF2-40B4-BE49-F238E27FC236}">
                        <a16:creationId xmlns:a16="http://schemas.microsoft.com/office/drawing/2014/main" id="{3D5F9CFD-7967-4529-9B9D-98D48FB0AC56}"/>
                      </a:ext>
                    </a:extLst>
                  </p:cNvPr>
                  <p:cNvSpPr txBox="1"/>
                  <p:nvPr/>
                </p:nvSpPr>
                <p:spPr>
                  <a:xfrm>
                    <a:off x="10099951" y="2221766"/>
                    <a:ext cx="437812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p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22" name="文本框 321">
                    <a:extLst>
                      <a:ext uri="{FF2B5EF4-FFF2-40B4-BE49-F238E27FC236}">
                        <a16:creationId xmlns:a16="http://schemas.microsoft.com/office/drawing/2014/main" id="{77F69C3B-A441-416C-815D-8F9D58B59B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99951" y="2221766"/>
                    <a:ext cx="437812" cy="288797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 l="-6944" t="-8333" r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E7A04B9D-4689-46CE-BEA1-4E4105B2CEEE}"/>
                      </a:ext>
                    </a:extLst>
                  </p:cNvPr>
                  <p:cNvSpPr txBox="1"/>
                  <p:nvPr/>
                </p:nvSpPr>
                <p:spPr>
                  <a:xfrm>
                    <a:off x="9773599" y="1287103"/>
                    <a:ext cx="1081322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323" name="文本框 322">
                    <a:extLst>
                      <a:ext uri="{FF2B5EF4-FFF2-40B4-BE49-F238E27FC236}">
                        <a16:creationId xmlns:a16="http://schemas.microsoft.com/office/drawing/2014/main" id="{16B63DD2-CDC9-4104-BACC-7360789D94B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73599" y="1287103"/>
                    <a:ext cx="1081322" cy="295978"/>
                  </a:xfrm>
                  <a:prstGeom prst="rect">
                    <a:avLst/>
                  </a:prstGeom>
                  <a:blipFill>
                    <a:blip r:embed="rId65"/>
                    <a:stretch>
                      <a:fillRect l="-4494" b="-61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直接箭头连接符 97">
                <a:extLst>
                  <a:ext uri="{FF2B5EF4-FFF2-40B4-BE49-F238E27FC236}">
                    <a16:creationId xmlns:a16="http://schemas.microsoft.com/office/drawing/2014/main" id="{EC6F4B9D-B4E7-421E-B242-1AB77E14C056}"/>
                  </a:ext>
                </a:extLst>
              </p:cNvPr>
              <p:cNvCxnSpPr>
                <a:cxnSpLocks/>
                <a:stCxn id="96" idx="0"/>
                <a:endCxn id="97" idx="2"/>
              </p:cNvCxnSpPr>
              <p:nvPr/>
            </p:nvCxnSpPr>
            <p:spPr>
              <a:xfrm flipH="1" flipV="1">
                <a:off x="10314260" y="1583081"/>
                <a:ext cx="4597" cy="638685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C77EBF37-BBBC-4F18-B837-4BA85442EDE4}"/>
                      </a:ext>
                    </a:extLst>
                  </p:cNvPr>
                  <p:cNvSpPr txBox="1"/>
                  <p:nvPr/>
                </p:nvSpPr>
                <p:spPr>
                  <a:xfrm>
                    <a:off x="10088729" y="3968070"/>
                    <a:ext cx="449034" cy="28879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  <m:sup>
                              <m:r>
                                <a:rPr lang="en-US" altLang="zh-CN" b="1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97" name="文本框 296">
                    <a:extLst>
                      <a:ext uri="{FF2B5EF4-FFF2-40B4-BE49-F238E27FC236}">
                        <a16:creationId xmlns:a16="http://schemas.microsoft.com/office/drawing/2014/main" id="{9B31B243-0CB0-40D0-9A3B-0ED791E176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88729" y="3968070"/>
                    <a:ext cx="449034" cy="288797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 l="-6757" t="-8511" r="-810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DD0BC5C5-383C-4112-A461-46E1F506D6D7}"/>
                      </a:ext>
                    </a:extLst>
                  </p:cNvPr>
                  <p:cNvSpPr txBox="1"/>
                  <p:nvPr/>
                </p:nvSpPr>
                <p:spPr>
                  <a:xfrm>
                    <a:off x="9883277" y="4881904"/>
                    <a:ext cx="861966" cy="29597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defTabSz="91440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b="0" i="0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token</m:t>
                              </m:r>
                            </m:e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kern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sup>
                          </m:sSup>
                        </m:oMath>
                      </m:oMathPara>
                    </a14:m>
                    <a:endParaRPr lang="zh-CN" altLang="en-US" kern="0" dirty="0">
                      <a:solidFill>
                        <a:prstClr val="black"/>
                      </a:solidFill>
                      <a:latin typeface="等线" panose="020F0502020204030204"/>
                    </a:endParaRPr>
                  </a:p>
                </p:txBody>
              </p:sp>
            </mc:Choice>
            <mc:Fallback xmlns="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01128D98-0FDC-402D-94C3-9F6932AD65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83277" y="4881904"/>
                    <a:ext cx="861966" cy="295978"/>
                  </a:xfrm>
                  <a:prstGeom prst="rect">
                    <a:avLst/>
                  </a:prstGeom>
                  <a:blipFill>
                    <a:blip r:embed="rId67"/>
                    <a:stretch>
                      <a:fillRect l="-5634" b="-8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01" name="直接箭头连接符 100">
                <a:extLst>
                  <a:ext uri="{FF2B5EF4-FFF2-40B4-BE49-F238E27FC236}">
                    <a16:creationId xmlns:a16="http://schemas.microsoft.com/office/drawing/2014/main" id="{0C8EC3D9-1533-486C-AB68-9FACA4DB59C6}"/>
                  </a:ext>
                </a:extLst>
              </p:cNvPr>
              <p:cNvCxnSpPr>
                <a:stCxn id="100" idx="0"/>
                <a:endCxn id="99" idx="2"/>
              </p:cNvCxnSpPr>
              <p:nvPr/>
            </p:nvCxnSpPr>
            <p:spPr>
              <a:xfrm flipH="1" flipV="1">
                <a:off x="10313246" y="4256867"/>
                <a:ext cx="1014" cy="625037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766DDE09-DCEE-49FD-8056-72B2251E2037}"/>
                  </a:ext>
                </a:extLst>
              </p:cNvPr>
              <p:cNvGrpSpPr/>
              <p:nvPr/>
            </p:nvGrpSpPr>
            <p:grpSpPr>
              <a:xfrm>
                <a:off x="9850930" y="2978625"/>
                <a:ext cx="925518" cy="503703"/>
                <a:chOff x="3851135" y="4851516"/>
                <a:chExt cx="925518" cy="50370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文本框 104">
                      <a:extLst>
                        <a:ext uri="{FF2B5EF4-FFF2-40B4-BE49-F238E27FC236}">
                          <a16:creationId xmlns:a16="http://schemas.microsoft.com/office/drawing/2014/main" id="{B34C2B36-FA05-4056-BB78-9F303A5250C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63324" y="4934891"/>
                      <a:ext cx="692938" cy="33695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 defTabSz="914400">
                        <a:defRPr/>
                      </a:pPr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altLang="zh-CN" sz="21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100" b="1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𝓢</m:t>
                                </m:r>
                              </m:e>
                              <m:sup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[</m:t>
                                </m:r>
                                <m:r>
                                  <a:rPr lang="en-US" altLang="zh-CN" sz="21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𝑇</m:t>
                                </m:r>
                                <m:r>
                                  <a:rPr lang="en-US" altLang="zh-CN" sz="2100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]</m:t>
                                </m:r>
                              </m:sup>
                            </m:sSup>
                          </m:oMath>
                        </m:oMathPara>
                      </a14:m>
                      <a:endParaRPr lang="zh-CN" altLang="en-US" sz="2100" kern="0" dirty="0">
                        <a:solidFill>
                          <a:prstClr val="black"/>
                        </a:solidFill>
                        <a:latin typeface="等线" panose="020F0502020204030204"/>
                      </a:endParaRPr>
                    </a:p>
                  </p:txBody>
                </p:sp>
              </mc:Choice>
              <mc:Fallback xmlns="">
                <p:sp>
                  <p:nvSpPr>
                    <p:cNvPr id="138" name="文本框 137">
                      <a:extLst>
                        <a:ext uri="{FF2B5EF4-FFF2-40B4-BE49-F238E27FC236}">
                          <a16:creationId xmlns:a16="http://schemas.microsoft.com/office/drawing/2014/main" id="{5FB60C2A-98A6-4CB7-AEF6-EDDD3D70295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63324" y="4934891"/>
                      <a:ext cx="692938" cy="336952"/>
                    </a:xfrm>
                    <a:prstGeom prst="rect">
                      <a:avLst/>
                    </a:prstGeom>
                    <a:blipFill>
                      <a:blip r:embed="rId68"/>
                      <a:stretch>
                        <a:fillRect t="-7143" b="-53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6" name="矩形: 圆角 105">
                  <a:extLst>
                    <a:ext uri="{FF2B5EF4-FFF2-40B4-BE49-F238E27FC236}">
                      <a16:creationId xmlns:a16="http://schemas.microsoft.com/office/drawing/2014/main" id="{8803C7A6-F94C-4B3C-8C4C-80FF3AEB285A}"/>
                    </a:ext>
                  </a:extLst>
                </p:cNvPr>
                <p:cNvSpPr/>
                <p:nvPr/>
              </p:nvSpPr>
              <p:spPr>
                <a:xfrm>
                  <a:off x="3851135" y="4851516"/>
                  <a:ext cx="925518" cy="503703"/>
                </a:xfrm>
                <a:prstGeom prst="roundRect">
                  <a:avLst/>
                </a:prstGeom>
                <a:noFill/>
                <a:ln w="12700" cap="flat" cmpd="sng" algn="ctr">
                  <a:solidFill>
                    <a:sysClr val="windowText" lastClr="000000"/>
                  </a:solidFill>
                  <a:prstDash val="dashDot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14400">
                    <a:defRPr/>
                  </a:pPr>
                  <a:endParaRPr lang="zh-CN" altLang="en-US" kern="0" dirty="0">
                    <a:solidFill>
                      <a:prstClr val="white"/>
                    </a:solidFill>
                    <a:latin typeface="等线" panose="020F0502020204030204"/>
                    <a:ea typeface="等线" panose="02010600030101010101" pitchFamily="2" charset="-122"/>
                  </a:endParaRPr>
                </a:p>
              </p:txBody>
            </p:sp>
          </p:grpSp>
          <p:cxnSp>
            <p:nvCxnSpPr>
              <p:cNvPr id="103" name="直接箭头连接符 102">
                <a:extLst>
                  <a:ext uri="{FF2B5EF4-FFF2-40B4-BE49-F238E27FC236}">
                    <a16:creationId xmlns:a16="http://schemas.microsoft.com/office/drawing/2014/main" id="{7E103493-CE34-4D98-A836-6D912F6AE591}"/>
                  </a:ext>
                </a:extLst>
              </p:cNvPr>
              <p:cNvCxnSpPr>
                <a:cxnSpLocks/>
                <a:stCxn id="99" idx="0"/>
                <a:endCxn id="106" idx="2"/>
              </p:cNvCxnSpPr>
              <p:nvPr/>
            </p:nvCxnSpPr>
            <p:spPr>
              <a:xfrm flipV="1">
                <a:off x="10313246" y="3482328"/>
                <a:ext cx="443" cy="48574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104" name="直接箭头连接符 103">
                <a:extLst>
                  <a:ext uri="{FF2B5EF4-FFF2-40B4-BE49-F238E27FC236}">
                    <a16:creationId xmlns:a16="http://schemas.microsoft.com/office/drawing/2014/main" id="{439F79DE-8844-4368-8B8C-773A448B780F}"/>
                  </a:ext>
                </a:extLst>
              </p:cNvPr>
              <p:cNvCxnSpPr>
                <a:cxnSpLocks/>
                <a:stCxn id="106" idx="0"/>
                <a:endCxn id="96" idx="2"/>
              </p:cNvCxnSpPr>
              <p:nvPr/>
            </p:nvCxnSpPr>
            <p:spPr>
              <a:xfrm flipV="1">
                <a:off x="10313689" y="2510563"/>
                <a:ext cx="5168" cy="468062"/>
              </a:xfrm>
              <a:prstGeom prst="straightConnector1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  <p:cxnSp>
          <p:nvCxnSpPr>
            <p:cNvPr id="90" name="直接箭头连接符 89">
              <a:extLst>
                <a:ext uri="{FF2B5EF4-FFF2-40B4-BE49-F238E27FC236}">
                  <a16:creationId xmlns:a16="http://schemas.microsoft.com/office/drawing/2014/main" id="{A0CB454C-7943-43CC-88ED-2311F24C5754}"/>
                </a:ext>
              </a:extLst>
            </p:cNvPr>
            <p:cNvCxnSpPr>
              <a:cxnSpLocks/>
            </p:cNvCxnSpPr>
            <p:nvPr/>
          </p:nvCxnSpPr>
          <p:spPr>
            <a:xfrm>
              <a:off x="10781632" y="3235228"/>
              <a:ext cx="715920" cy="1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 w="sm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7261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295</TotalTime>
  <Words>45</Words>
  <Application>Microsoft Office PowerPoint</Application>
  <PresentationFormat>自定义</PresentationFormat>
  <Paragraphs>29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longzichao</dc:creator>
  <cp:lastModifiedBy>longzichao</cp:lastModifiedBy>
  <cp:revision>51</cp:revision>
  <dcterms:created xsi:type="dcterms:W3CDTF">2024-07-16T09:31:41Z</dcterms:created>
  <dcterms:modified xsi:type="dcterms:W3CDTF">2024-07-30T12:53:33Z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(3)0AAA+zBVsZXfHSULVhOnvIU+N06T+A1Sj6/EWIbPq8KIpyhVraIb9wOPMKySqVP6iFaphIZO
x5513ANqJ1QcseVhYv3B9srMi/ApUw1JWgUKAZ5Bs28Gy03uKVkiRN517D7jDAiO9PMWRGaV
MuA1wx2H41UN7yPuQOjooD4Qzgj+1Pc/lAM2IKmKBOJMEKVmfiP79Kvgte555kmMos+vrpwX
/Y2/Gf+Mej1BJuL0hv</vt:lpwstr>
  </property>
  <property fmtid="{D5CDD505-2E9C-101B-9397-08002B2CF9AE}" pid="3" name="_2015_ms_pID_7253431">
    <vt:lpwstr>v8r7VjLQn/8adnEUCppnMia2pzT7MZlz7iDLfqR33PiW3uvGpmo2iT
yg41WkiFodWFQLjkkeATsbpczZcc/ebSAaRqLFmr4J9rJCzjOPeLIYc1A5kji0wN1k65aaX2
qrK3aFywYBD3N8872gdV/vZv5X6w0tCVVxxEXlJmOTuOYgEoseoK71atRsfiXc5QYBz6H7F3
uECpiazq4bGzXdstLLHwFHzWPM7a4DZe8Opv</vt:lpwstr>
  </property>
  <property fmtid="{D5CDD505-2E9C-101B-9397-08002B2CF9AE}" pid="4" name="_2015_ms_pID_7253432">
    <vt:lpwstr>5w==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1722343908</vt:lpwstr>
  </property>
</Properties>
</file>