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16740188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ngzichao" initials="l" lastIdx="1" clrIdx="0">
    <p:extLst>
      <p:ext uri="{19B8F6BF-5375-455C-9EA6-DF929625EA0E}">
        <p15:presenceInfo xmlns:p15="http://schemas.microsoft.com/office/powerpoint/2012/main" userId="S-1-5-21-147214757-305610072-1517763936-77409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45" autoAdjust="0"/>
  </p:normalViewPr>
  <p:slideViewPr>
    <p:cSldViewPr snapToGrid="0">
      <p:cViewPr varScale="1">
        <p:scale>
          <a:sx n="75" d="100"/>
          <a:sy n="75" d="100"/>
        </p:scale>
        <p:origin x="84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45EBC-912D-4029-9BF3-79250E4E2854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3113" y="1143000"/>
            <a:ext cx="531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34DC3-4719-47D6-8397-0C194F0E35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01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94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986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980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973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965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959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951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945" algn="l" defTabSz="83998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73113" y="1143000"/>
            <a:ext cx="531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34DC3-4719-47D6-8397-0C194F0E35D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80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2524" y="1590794"/>
            <a:ext cx="12555141" cy="3384092"/>
          </a:xfrm>
        </p:spPr>
        <p:txBody>
          <a:bodyPr anchor="b"/>
          <a:lstStyle>
            <a:lvl1pPr algn="ctr">
              <a:defRPr sz="82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2524" y="5105389"/>
            <a:ext cx="12555141" cy="2346813"/>
          </a:xfrm>
        </p:spPr>
        <p:txBody>
          <a:bodyPr/>
          <a:lstStyle>
            <a:lvl1pPr marL="0" indent="0" algn="ctr">
              <a:buNone/>
              <a:defRPr sz="3295"/>
            </a:lvl1pPr>
            <a:lvl2pPr marL="627736" indent="0" algn="ctr">
              <a:buNone/>
              <a:defRPr sz="2746"/>
            </a:lvl2pPr>
            <a:lvl3pPr marL="1255471" indent="0" algn="ctr">
              <a:buNone/>
              <a:defRPr sz="2471"/>
            </a:lvl3pPr>
            <a:lvl4pPr marL="1883207" indent="0" algn="ctr">
              <a:buNone/>
              <a:defRPr sz="2197"/>
            </a:lvl4pPr>
            <a:lvl5pPr marL="2510942" indent="0" algn="ctr">
              <a:buNone/>
              <a:defRPr sz="2197"/>
            </a:lvl5pPr>
            <a:lvl6pPr marL="3138678" indent="0" algn="ctr">
              <a:buNone/>
              <a:defRPr sz="2197"/>
            </a:lvl6pPr>
            <a:lvl7pPr marL="3766414" indent="0" algn="ctr">
              <a:buNone/>
              <a:defRPr sz="2197"/>
            </a:lvl7pPr>
            <a:lvl8pPr marL="4394149" indent="0" algn="ctr">
              <a:buNone/>
              <a:defRPr sz="2197"/>
            </a:lvl8pPr>
            <a:lvl9pPr marL="5021885" indent="0" algn="ctr">
              <a:buNone/>
              <a:defRPr sz="21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72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72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69" y="2423317"/>
            <a:ext cx="14438412" cy="4043359"/>
          </a:xfrm>
        </p:spPr>
        <p:txBody>
          <a:bodyPr anchor="b"/>
          <a:lstStyle>
            <a:lvl1pPr>
              <a:defRPr sz="82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69" y="6504927"/>
            <a:ext cx="14438412" cy="2126307"/>
          </a:xfrm>
        </p:spPr>
        <p:txBody>
          <a:bodyPr/>
          <a:lstStyle>
            <a:lvl1pPr marL="0" indent="0">
              <a:buNone/>
              <a:defRPr sz="3295">
                <a:solidFill>
                  <a:schemeClr val="tx1">
                    <a:tint val="75000"/>
                  </a:schemeClr>
                </a:solidFill>
              </a:defRPr>
            </a:lvl1pPr>
            <a:lvl2pPr marL="627736" indent="0">
              <a:buNone/>
              <a:defRPr sz="2746">
                <a:solidFill>
                  <a:schemeClr val="tx1">
                    <a:tint val="75000"/>
                  </a:schemeClr>
                </a:solidFill>
              </a:defRPr>
            </a:lvl2pPr>
            <a:lvl3pPr marL="1255471" indent="0">
              <a:buNone/>
              <a:defRPr sz="2471">
                <a:solidFill>
                  <a:schemeClr val="tx1">
                    <a:tint val="75000"/>
                  </a:schemeClr>
                </a:solidFill>
              </a:defRPr>
            </a:lvl3pPr>
            <a:lvl4pPr marL="1883207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4pPr>
            <a:lvl5pPr marL="2510942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5pPr>
            <a:lvl6pPr marL="3138678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6pPr>
            <a:lvl7pPr marL="3766414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7pPr>
            <a:lvl8pPr marL="4394149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8pPr>
            <a:lvl9pPr marL="5021885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60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888" y="2587570"/>
            <a:ext cx="7114580" cy="616741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74720" y="2587570"/>
            <a:ext cx="7114580" cy="616741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068" y="517514"/>
            <a:ext cx="14438412" cy="18788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3069" y="2382815"/>
            <a:ext cx="7081884" cy="1167781"/>
          </a:xfrm>
        </p:spPr>
        <p:txBody>
          <a:bodyPr anchor="b"/>
          <a:lstStyle>
            <a:lvl1pPr marL="0" indent="0">
              <a:buNone/>
              <a:defRPr sz="3295" b="1"/>
            </a:lvl1pPr>
            <a:lvl2pPr marL="627736" indent="0">
              <a:buNone/>
              <a:defRPr sz="2746" b="1"/>
            </a:lvl2pPr>
            <a:lvl3pPr marL="1255471" indent="0">
              <a:buNone/>
              <a:defRPr sz="2471" b="1"/>
            </a:lvl3pPr>
            <a:lvl4pPr marL="1883207" indent="0">
              <a:buNone/>
              <a:defRPr sz="2197" b="1"/>
            </a:lvl4pPr>
            <a:lvl5pPr marL="2510942" indent="0">
              <a:buNone/>
              <a:defRPr sz="2197" b="1"/>
            </a:lvl5pPr>
            <a:lvl6pPr marL="3138678" indent="0">
              <a:buNone/>
              <a:defRPr sz="2197" b="1"/>
            </a:lvl6pPr>
            <a:lvl7pPr marL="3766414" indent="0">
              <a:buNone/>
              <a:defRPr sz="2197" b="1"/>
            </a:lvl7pPr>
            <a:lvl8pPr marL="4394149" indent="0">
              <a:buNone/>
              <a:defRPr sz="2197" b="1"/>
            </a:lvl8pPr>
            <a:lvl9pPr marL="5021885" indent="0">
              <a:buNone/>
              <a:defRPr sz="2197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3069" y="3550596"/>
            <a:ext cx="7081884" cy="52223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74720" y="2382815"/>
            <a:ext cx="7116760" cy="1167781"/>
          </a:xfrm>
        </p:spPr>
        <p:txBody>
          <a:bodyPr anchor="b"/>
          <a:lstStyle>
            <a:lvl1pPr marL="0" indent="0">
              <a:buNone/>
              <a:defRPr sz="3295" b="1"/>
            </a:lvl1pPr>
            <a:lvl2pPr marL="627736" indent="0">
              <a:buNone/>
              <a:defRPr sz="2746" b="1"/>
            </a:lvl2pPr>
            <a:lvl3pPr marL="1255471" indent="0">
              <a:buNone/>
              <a:defRPr sz="2471" b="1"/>
            </a:lvl3pPr>
            <a:lvl4pPr marL="1883207" indent="0">
              <a:buNone/>
              <a:defRPr sz="2197" b="1"/>
            </a:lvl4pPr>
            <a:lvl5pPr marL="2510942" indent="0">
              <a:buNone/>
              <a:defRPr sz="2197" b="1"/>
            </a:lvl5pPr>
            <a:lvl6pPr marL="3138678" indent="0">
              <a:buNone/>
              <a:defRPr sz="2197" b="1"/>
            </a:lvl6pPr>
            <a:lvl7pPr marL="3766414" indent="0">
              <a:buNone/>
              <a:defRPr sz="2197" b="1"/>
            </a:lvl7pPr>
            <a:lvl8pPr marL="4394149" indent="0">
              <a:buNone/>
              <a:defRPr sz="2197" b="1"/>
            </a:lvl8pPr>
            <a:lvl9pPr marL="5021885" indent="0">
              <a:buNone/>
              <a:defRPr sz="2197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74720" y="3550596"/>
            <a:ext cx="7116760" cy="52223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2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1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2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069" y="648018"/>
            <a:ext cx="5399146" cy="2268061"/>
          </a:xfrm>
        </p:spPr>
        <p:txBody>
          <a:bodyPr anchor="b"/>
          <a:lstStyle>
            <a:lvl1pPr>
              <a:defRPr sz="43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760" y="1399539"/>
            <a:ext cx="8474720" cy="6907687"/>
          </a:xfrm>
        </p:spPr>
        <p:txBody>
          <a:bodyPr/>
          <a:lstStyle>
            <a:lvl1pPr>
              <a:defRPr sz="4394"/>
            </a:lvl1pPr>
            <a:lvl2pPr>
              <a:defRPr sz="3844"/>
            </a:lvl2pPr>
            <a:lvl3pPr>
              <a:defRPr sz="3295"/>
            </a:lvl3pPr>
            <a:lvl4pPr>
              <a:defRPr sz="2746"/>
            </a:lvl4pPr>
            <a:lvl5pPr>
              <a:defRPr sz="2746"/>
            </a:lvl5pPr>
            <a:lvl6pPr>
              <a:defRPr sz="2746"/>
            </a:lvl6pPr>
            <a:lvl7pPr>
              <a:defRPr sz="2746"/>
            </a:lvl7pPr>
            <a:lvl8pPr>
              <a:defRPr sz="2746"/>
            </a:lvl8pPr>
            <a:lvl9pPr>
              <a:defRPr sz="2746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3069" y="2916079"/>
            <a:ext cx="5399146" cy="5402397"/>
          </a:xfrm>
        </p:spPr>
        <p:txBody>
          <a:bodyPr/>
          <a:lstStyle>
            <a:lvl1pPr marL="0" indent="0">
              <a:buNone/>
              <a:defRPr sz="2197"/>
            </a:lvl1pPr>
            <a:lvl2pPr marL="627736" indent="0">
              <a:buNone/>
              <a:defRPr sz="1922"/>
            </a:lvl2pPr>
            <a:lvl3pPr marL="1255471" indent="0">
              <a:buNone/>
              <a:defRPr sz="1648"/>
            </a:lvl3pPr>
            <a:lvl4pPr marL="1883207" indent="0">
              <a:buNone/>
              <a:defRPr sz="1373"/>
            </a:lvl4pPr>
            <a:lvl5pPr marL="2510942" indent="0">
              <a:buNone/>
              <a:defRPr sz="1373"/>
            </a:lvl5pPr>
            <a:lvl6pPr marL="3138678" indent="0">
              <a:buNone/>
              <a:defRPr sz="1373"/>
            </a:lvl6pPr>
            <a:lvl7pPr marL="3766414" indent="0">
              <a:buNone/>
              <a:defRPr sz="1373"/>
            </a:lvl7pPr>
            <a:lvl8pPr marL="4394149" indent="0">
              <a:buNone/>
              <a:defRPr sz="1373"/>
            </a:lvl8pPr>
            <a:lvl9pPr marL="5021885" indent="0">
              <a:buNone/>
              <a:defRPr sz="1373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88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069" y="648018"/>
            <a:ext cx="5399146" cy="2268061"/>
          </a:xfrm>
        </p:spPr>
        <p:txBody>
          <a:bodyPr anchor="b"/>
          <a:lstStyle>
            <a:lvl1pPr>
              <a:defRPr sz="43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16760" y="1399539"/>
            <a:ext cx="8474720" cy="6907687"/>
          </a:xfrm>
        </p:spPr>
        <p:txBody>
          <a:bodyPr anchor="t"/>
          <a:lstStyle>
            <a:lvl1pPr marL="0" indent="0">
              <a:buNone/>
              <a:defRPr sz="4394"/>
            </a:lvl1pPr>
            <a:lvl2pPr marL="627736" indent="0">
              <a:buNone/>
              <a:defRPr sz="3844"/>
            </a:lvl2pPr>
            <a:lvl3pPr marL="1255471" indent="0">
              <a:buNone/>
              <a:defRPr sz="3295"/>
            </a:lvl3pPr>
            <a:lvl4pPr marL="1883207" indent="0">
              <a:buNone/>
              <a:defRPr sz="2746"/>
            </a:lvl4pPr>
            <a:lvl5pPr marL="2510942" indent="0">
              <a:buNone/>
              <a:defRPr sz="2746"/>
            </a:lvl5pPr>
            <a:lvl6pPr marL="3138678" indent="0">
              <a:buNone/>
              <a:defRPr sz="2746"/>
            </a:lvl6pPr>
            <a:lvl7pPr marL="3766414" indent="0">
              <a:buNone/>
              <a:defRPr sz="2746"/>
            </a:lvl7pPr>
            <a:lvl8pPr marL="4394149" indent="0">
              <a:buNone/>
              <a:defRPr sz="2746"/>
            </a:lvl8pPr>
            <a:lvl9pPr marL="5021885" indent="0">
              <a:buNone/>
              <a:defRPr sz="274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3069" y="2916079"/>
            <a:ext cx="5399146" cy="5402397"/>
          </a:xfrm>
        </p:spPr>
        <p:txBody>
          <a:bodyPr/>
          <a:lstStyle>
            <a:lvl1pPr marL="0" indent="0">
              <a:buNone/>
              <a:defRPr sz="2197"/>
            </a:lvl1pPr>
            <a:lvl2pPr marL="627736" indent="0">
              <a:buNone/>
              <a:defRPr sz="1922"/>
            </a:lvl2pPr>
            <a:lvl3pPr marL="1255471" indent="0">
              <a:buNone/>
              <a:defRPr sz="1648"/>
            </a:lvl3pPr>
            <a:lvl4pPr marL="1883207" indent="0">
              <a:buNone/>
              <a:defRPr sz="1373"/>
            </a:lvl4pPr>
            <a:lvl5pPr marL="2510942" indent="0">
              <a:buNone/>
              <a:defRPr sz="1373"/>
            </a:lvl5pPr>
            <a:lvl6pPr marL="3138678" indent="0">
              <a:buNone/>
              <a:defRPr sz="1373"/>
            </a:lvl6pPr>
            <a:lvl7pPr marL="3766414" indent="0">
              <a:buNone/>
              <a:defRPr sz="1373"/>
            </a:lvl7pPr>
            <a:lvl8pPr marL="4394149" indent="0">
              <a:buNone/>
              <a:defRPr sz="1373"/>
            </a:lvl8pPr>
            <a:lvl9pPr marL="5021885" indent="0">
              <a:buNone/>
              <a:defRPr sz="1373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73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88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79697" y="517514"/>
            <a:ext cx="3609603" cy="82374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888" y="517514"/>
            <a:ext cx="10619557" cy="823747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57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0888" y="517514"/>
            <a:ext cx="14438412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888" y="2587570"/>
            <a:ext cx="14438412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0888" y="9009244"/>
            <a:ext cx="3766542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D8F59-EC6B-4F63-AF2A-888C3776FF30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45188" y="9009244"/>
            <a:ext cx="5649813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2758" y="9009244"/>
            <a:ext cx="3766542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55471" rtl="0" eaLnBrk="1" latinLnBrk="0" hangingPunct="1">
        <a:lnSpc>
          <a:spcPct val="90000"/>
        </a:lnSpc>
        <a:spcBef>
          <a:spcPct val="0"/>
        </a:spcBef>
        <a:buNone/>
        <a:defRPr sz="60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3868" indent="-313868" algn="l" defTabSz="1255471" rtl="0" eaLnBrk="1" latinLnBrk="0" hangingPunct="1">
        <a:lnSpc>
          <a:spcPct val="90000"/>
        </a:lnSpc>
        <a:spcBef>
          <a:spcPts val="1373"/>
        </a:spcBef>
        <a:buFont typeface="Arial" panose="020B0604020202020204" pitchFamily="34" charset="0"/>
        <a:buChar char="•"/>
        <a:defRPr sz="3844" kern="1200">
          <a:solidFill>
            <a:schemeClr val="tx1"/>
          </a:solidFill>
          <a:latin typeface="+mn-lt"/>
          <a:ea typeface="+mn-ea"/>
          <a:cs typeface="+mn-cs"/>
        </a:defRPr>
      </a:lvl1pPr>
      <a:lvl2pPr marL="941603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3295" kern="1200">
          <a:solidFill>
            <a:schemeClr val="tx1"/>
          </a:solidFill>
          <a:latin typeface="+mn-lt"/>
          <a:ea typeface="+mn-ea"/>
          <a:cs typeface="+mn-cs"/>
        </a:defRPr>
      </a:lvl2pPr>
      <a:lvl3pPr marL="1569339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746" kern="1200">
          <a:solidFill>
            <a:schemeClr val="tx1"/>
          </a:solidFill>
          <a:latin typeface="+mn-lt"/>
          <a:ea typeface="+mn-ea"/>
          <a:cs typeface="+mn-cs"/>
        </a:defRPr>
      </a:lvl3pPr>
      <a:lvl4pPr marL="2197075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4pPr>
      <a:lvl5pPr marL="2824810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5pPr>
      <a:lvl6pPr marL="3452546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6pPr>
      <a:lvl7pPr marL="4080281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7pPr>
      <a:lvl8pPr marL="4708017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8pPr>
      <a:lvl9pPr marL="5335753" indent="-313868" algn="l" defTabSz="1255471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1pPr>
      <a:lvl2pPr marL="627736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2pPr>
      <a:lvl3pPr marL="1255471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3pPr>
      <a:lvl4pPr marL="1883207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4pPr>
      <a:lvl5pPr marL="2510942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5pPr>
      <a:lvl6pPr marL="3138678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6pPr>
      <a:lvl7pPr marL="3766414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7pPr>
      <a:lvl8pPr marL="4394149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8pPr>
      <a:lvl9pPr marL="5021885" algn="l" defTabSz="1255471" rtl="0" eaLnBrk="1" latinLnBrk="0" hangingPunct="1">
        <a:defRPr sz="24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AAEA66B9-ADB2-45FF-ABE0-3D023EC40ECB}"/>
              </a:ext>
            </a:extLst>
          </p:cNvPr>
          <p:cNvGrpSpPr/>
          <p:nvPr/>
        </p:nvGrpSpPr>
        <p:grpSpPr>
          <a:xfrm>
            <a:off x="119643" y="51282"/>
            <a:ext cx="16620545" cy="9668981"/>
            <a:chOff x="1284867" y="552809"/>
            <a:chExt cx="16620545" cy="9668982"/>
          </a:xfrm>
        </p:grpSpPr>
        <p:grpSp>
          <p:nvGrpSpPr>
            <p:cNvPr id="389" name="组合 388">
              <a:extLst>
                <a:ext uri="{FF2B5EF4-FFF2-40B4-BE49-F238E27FC236}">
                  <a16:creationId xmlns:a16="http://schemas.microsoft.com/office/drawing/2014/main" id="{0C627F51-F12A-4437-BE08-652CC74EBB15}"/>
                </a:ext>
              </a:extLst>
            </p:cNvPr>
            <p:cNvGrpSpPr/>
            <p:nvPr/>
          </p:nvGrpSpPr>
          <p:grpSpPr>
            <a:xfrm>
              <a:off x="2832995" y="8737439"/>
              <a:ext cx="1668114" cy="801470"/>
              <a:chOff x="4209762" y="4992362"/>
              <a:chExt cx="1668114" cy="363951"/>
            </a:xfrm>
          </p:grpSpPr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6AE035F3-E998-40C5-A0CC-71C2222B2B6A}"/>
                  </a:ext>
                </a:extLst>
              </p:cNvPr>
              <p:cNvSpPr txBox="1"/>
              <p:nvPr/>
            </p:nvSpPr>
            <p:spPr>
              <a:xfrm>
                <a:off x="4286036" y="5216550"/>
                <a:ext cx="1554742" cy="139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54"/>
                <a:r>
                  <a:rPr lang="en-US" altLang="zh-CN" sz="1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embedding</a:t>
                </a:r>
                <a:endParaRPr lang="zh-CN" altLang="en-US" sz="1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54739B88-A596-49EC-A19D-9A4F2BCD1E29}"/>
                  </a:ext>
                </a:extLst>
              </p:cNvPr>
              <p:cNvSpPr txBox="1"/>
              <p:nvPr/>
            </p:nvSpPr>
            <p:spPr>
              <a:xfrm>
                <a:off x="4209762" y="4992362"/>
                <a:ext cx="1668114" cy="139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54"/>
                <a:r>
                  <a:rPr lang="en-US" altLang="zh-CN" sz="1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Position encoding</a:t>
                </a:r>
                <a:endParaRPr lang="zh-CN" altLang="en-US" sz="1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0" name="组合 389">
              <a:extLst>
                <a:ext uri="{FF2B5EF4-FFF2-40B4-BE49-F238E27FC236}">
                  <a16:creationId xmlns:a16="http://schemas.microsoft.com/office/drawing/2014/main" id="{FF81A9BA-65B2-475C-8D27-C261012DBFFA}"/>
                </a:ext>
              </a:extLst>
            </p:cNvPr>
            <p:cNvGrpSpPr/>
            <p:nvPr/>
          </p:nvGrpSpPr>
          <p:grpSpPr>
            <a:xfrm>
              <a:off x="3029759" y="922164"/>
              <a:ext cx="1678969" cy="726568"/>
              <a:chOff x="4296527" y="-64454"/>
              <a:chExt cx="1678969" cy="410908"/>
            </a:xfrm>
          </p:grpSpPr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21D5661D-43A0-4005-AB37-4DB3FF1E108D}"/>
                  </a:ext>
                </a:extLst>
              </p:cNvPr>
              <p:cNvSpPr txBox="1"/>
              <p:nvPr/>
            </p:nvSpPr>
            <p:spPr>
              <a:xfrm>
                <a:off x="4296527" y="172392"/>
                <a:ext cx="1678969" cy="174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54"/>
                <a:r>
                  <a:rPr lang="en-US" altLang="zh-CN" sz="14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Output embedding</a:t>
                </a:r>
                <a:endParaRPr lang="zh-CN" altLang="en-US" sz="1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" name="文本框 396">
                <a:extLst>
                  <a:ext uri="{FF2B5EF4-FFF2-40B4-BE49-F238E27FC236}">
                    <a16:creationId xmlns:a16="http://schemas.microsoft.com/office/drawing/2014/main" id="{92168B62-4712-4FA8-89CF-45E4F1154444}"/>
                  </a:ext>
                </a:extLst>
              </p:cNvPr>
              <p:cNvSpPr txBox="1"/>
              <p:nvPr/>
            </p:nvSpPr>
            <p:spPr>
              <a:xfrm>
                <a:off x="4763733" y="-64454"/>
                <a:ext cx="836149" cy="174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54"/>
                <a:r>
                  <a:rPr lang="en-US" altLang="zh-CN" sz="14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Softmax</a:t>
                </a:r>
                <a:endParaRPr lang="zh-CN" altLang="en-US" sz="1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51683FF0-AFFA-4C35-9E6B-4771B578AAC3}"/>
                    </a:ext>
                  </a:extLst>
                </p:cNvPr>
                <p:cNvSpPr txBox="1"/>
                <p:nvPr/>
              </p:nvSpPr>
              <p:spPr>
                <a:xfrm>
                  <a:off x="8834813" y="6511702"/>
                  <a:ext cx="123432" cy="2543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51683FF0-AFFA-4C35-9E6B-4771B578A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813" y="6511702"/>
                  <a:ext cx="123432" cy="254365"/>
                </a:xfrm>
                <a:prstGeom prst="rect">
                  <a:avLst/>
                </a:prstGeom>
                <a:blipFill>
                  <a:blip r:embed="rId3"/>
                  <a:stretch>
                    <a:fillRect l="-30000" r="-4000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1D5A36FB-99FB-4D0A-8494-74E8518DCA84}"/>
                    </a:ext>
                  </a:extLst>
                </p:cNvPr>
                <p:cNvSpPr txBox="1"/>
                <p:nvPr/>
              </p:nvSpPr>
              <p:spPr>
                <a:xfrm>
                  <a:off x="8834813" y="3576736"/>
                  <a:ext cx="134652" cy="2543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1D5A36FB-99FB-4D0A-8494-74E8518DC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813" y="3576736"/>
                  <a:ext cx="134652" cy="254365"/>
                </a:xfrm>
                <a:prstGeom prst="rect">
                  <a:avLst/>
                </a:prstGeom>
                <a:blipFill>
                  <a:blip r:embed="rId4"/>
                  <a:stretch>
                    <a:fillRect l="-22727" r="-31818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1" name="矩形: 圆角 360">
              <a:extLst>
                <a:ext uri="{FF2B5EF4-FFF2-40B4-BE49-F238E27FC236}">
                  <a16:creationId xmlns:a16="http://schemas.microsoft.com/office/drawing/2014/main" id="{1B6BF92D-45BD-4C1D-80C7-E5015B00808B}"/>
                </a:ext>
              </a:extLst>
            </p:cNvPr>
            <p:cNvSpPr/>
            <p:nvPr/>
          </p:nvSpPr>
          <p:spPr>
            <a:xfrm>
              <a:off x="8297962" y="2227509"/>
              <a:ext cx="1343011" cy="5890615"/>
            </a:xfrm>
            <a:prstGeom prst="round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  <p:txBody>
            <a:bodyPr rtlCol="0" anchor="ctr"/>
            <a:lstStyle/>
            <a:p>
              <a:pPr algn="ctr" defTabSz="914354">
                <a:defRPr/>
              </a:pPr>
              <a:endParaRPr lang="zh-CN" altLang="en-US" sz="1653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9" name="文本框 348">
                  <a:extLst>
                    <a:ext uri="{FF2B5EF4-FFF2-40B4-BE49-F238E27FC236}">
                      <a16:creationId xmlns:a16="http://schemas.microsoft.com/office/drawing/2014/main" id="{C1FE16FC-84E0-43E1-B281-CB6E3534FF3D}"/>
                    </a:ext>
                  </a:extLst>
                </p:cNvPr>
                <p:cNvSpPr txBox="1"/>
                <p:nvPr/>
              </p:nvSpPr>
              <p:spPr>
                <a:xfrm>
                  <a:off x="8492205" y="1088962"/>
                  <a:ext cx="964635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49" name="文本框 348">
                  <a:extLst>
                    <a:ext uri="{FF2B5EF4-FFF2-40B4-BE49-F238E27FC236}">
                      <a16:creationId xmlns:a16="http://schemas.microsoft.com/office/drawing/2014/main" id="{C1FE16FC-84E0-43E1-B281-CB6E3534F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205" y="1088962"/>
                  <a:ext cx="964635" cy="265394"/>
                </a:xfrm>
                <a:prstGeom prst="rect">
                  <a:avLst/>
                </a:prstGeom>
                <a:blipFill>
                  <a:blip r:embed="rId5"/>
                  <a:stretch>
                    <a:fillRect t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文本框 349">
                  <a:extLst>
                    <a:ext uri="{FF2B5EF4-FFF2-40B4-BE49-F238E27FC236}">
                      <a16:creationId xmlns:a16="http://schemas.microsoft.com/office/drawing/2014/main" id="{ACE00A74-C88D-422D-A59F-03CBE60A125C}"/>
                    </a:ext>
                  </a:extLst>
                </p:cNvPr>
                <p:cNvSpPr txBox="1"/>
                <p:nvPr/>
              </p:nvSpPr>
              <p:spPr>
                <a:xfrm>
                  <a:off x="8417120" y="552809"/>
                  <a:ext cx="110473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50" name="文本框 349">
                  <a:extLst>
                    <a:ext uri="{FF2B5EF4-FFF2-40B4-BE49-F238E27FC236}">
                      <a16:creationId xmlns:a16="http://schemas.microsoft.com/office/drawing/2014/main" id="{ACE00A74-C88D-422D-A59F-03CBE60A1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120" y="552809"/>
                  <a:ext cx="1104735" cy="27206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13EA0E04-E4FB-49DC-A9CF-0FFF371B7B03}"/>
                </a:ext>
              </a:extLst>
            </p:cNvPr>
            <p:cNvCxnSpPr>
              <a:cxnSpLocks/>
              <a:stCxn id="349" idx="0"/>
              <a:endCxn id="350" idx="2"/>
            </p:cNvCxnSpPr>
            <p:nvPr/>
          </p:nvCxnSpPr>
          <p:spPr>
            <a:xfrm flipH="1" flipV="1">
              <a:off x="8969488" y="824871"/>
              <a:ext cx="5035" cy="26409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551D9D25-4014-4D6F-BBE2-FC9DAD020F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63327" y="1587910"/>
                  <a:ext cx="833396" cy="322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551D9D25-4014-4D6F-BBE2-FC9DAD020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3327" y="1587910"/>
                  <a:ext cx="833396" cy="322268"/>
                </a:xfrm>
                <a:prstGeom prst="rect">
                  <a:avLst/>
                </a:prstGeom>
                <a:blipFill>
                  <a:blip r:embed="rId7"/>
                  <a:stretch>
                    <a:fillRect t="-3774" b="-169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3" name="直接箭头连接符 352">
              <a:extLst>
                <a:ext uri="{FF2B5EF4-FFF2-40B4-BE49-F238E27FC236}">
                  <a16:creationId xmlns:a16="http://schemas.microsoft.com/office/drawing/2014/main" id="{DF48FBCE-2BD4-4CFD-AEF7-0DD4FE697FED}"/>
                </a:ext>
              </a:extLst>
            </p:cNvPr>
            <p:cNvCxnSpPr>
              <a:cxnSpLocks/>
              <a:stCxn id="352" idx="0"/>
              <a:endCxn id="349" idx="2"/>
            </p:cNvCxnSpPr>
            <p:nvPr/>
          </p:nvCxnSpPr>
          <p:spPr>
            <a:xfrm flipH="1" flipV="1">
              <a:off x="8974523" y="1354356"/>
              <a:ext cx="5502" cy="23355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本框 341">
                  <a:extLst>
                    <a:ext uri="{FF2B5EF4-FFF2-40B4-BE49-F238E27FC236}">
                      <a16:creationId xmlns:a16="http://schemas.microsoft.com/office/drawing/2014/main" id="{9A27E75E-21D6-4DE4-B65A-A00C9359A241}"/>
                    </a:ext>
                  </a:extLst>
                </p:cNvPr>
                <p:cNvSpPr txBox="1"/>
                <p:nvPr/>
              </p:nvSpPr>
              <p:spPr>
                <a:xfrm>
                  <a:off x="8618356" y="8406921"/>
                  <a:ext cx="738508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42" name="文本框 341">
                  <a:extLst>
                    <a:ext uri="{FF2B5EF4-FFF2-40B4-BE49-F238E27FC236}">
                      <a16:creationId xmlns:a16="http://schemas.microsoft.com/office/drawing/2014/main" id="{9A27E75E-21D6-4DE4-B65A-A00C9359A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8356" y="8406921"/>
                  <a:ext cx="738508" cy="315792"/>
                </a:xfrm>
                <a:prstGeom prst="rect">
                  <a:avLst/>
                </a:prstGeom>
                <a:blipFill>
                  <a:blip r:embed="rId8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96247405-1F74-4CA9-BC70-D3FCD3B176C6}"/>
                    </a:ext>
                  </a:extLst>
                </p:cNvPr>
                <p:cNvSpPr txBox="1"/>
                <p:nvPr/>
              </p:nvSpPr>
              <p:spPr>
                <a:xfrm>
                  <a:off x="8568146" y="9039466"/>
                  <a:ext cx="84822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96247405-1F74-4CA9-BC70-D3FCD3B17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146" y="9039466"/>
                  <a:ext cx="848221" cy="265394"/>
                </a:xfrm>
                <a:prstGeom prst="rect">
                  <a:avLst/>
                </a:prstGeom>
                <a:blipFill>
                  <a:blip r:embed="rId9"/>
                  <a:stretch>
                    <a:fillRect t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4D2C01C-BD6C-4B0F-8055-079EC297DCE5}"/>
                    </a:ext>
                  </a:extLst>
                </p:cNvPr>
                <p:cNvSpPr txBox="1"/>
                <p:nvPr/>
              </p:nvSpPr>
              <p:spPr>
                <a:xfrm>
                  <a:off x="8331139" y="9536551"/>
                  <a:ext cx="130844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F4D2C01C-BD6C-4B0F-8055-079EC297D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139" y="9536551"/>
                  <a:ext cx="1308445" cy="272062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5" name="直接箭头连接符 344">
              <a:extLst>
                <a:ext uri="{FF2B5EF4-FFF2-40B4-BE49-F238E27FC236}">
                  <a16:creationId xmlns:a16="http://schemas.microsoft.com/office/drawing/2014/main" id="{3FBE97A0-D1D1-4D9A-9C26-8DE2149136DB}"/>
                </a:ext>
              </a:extLst>
            </p:cNvPr>
            <p:cNvCxnSpPr>
              <a:cxnSpLocks/>
              <a:stCxn id="344" idx="0"/>
              <a:endCxn id="343" idx="2"/>
            </p:cNvCxnSpPr>
            <p:nvPr/>
          </p:nvCxnSpPr>
          <p:spPr>
            <a:xfrm flipV="1">
              <a:off x="8985362" y="9304860"/>
              <a:ext cx="6895" cy="23169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46" name="直接箭头连接符 345">
              <a:extLst>
                <a:ext uri="{FF2B5EF4-FFF2-40B4-BE49-F238E27FC236}">
                  <a16:creationId xmlns:a16="http://schemas.microsoft.com/office/drawing/2014/main" id="{AD9C7D22-516F-4DC2-AB25-A40FD196AE7F}"/>
                </a:ext>
              </a:extLst>
            </p:cNvPr>
            <p:cNvCxnSpPr>
              <a:cxnSpLocks/>
              <a:stCxn id="343" idx="0"/>
              <a:endCxn id="342" idx="2"/>
            </p:cNvCxnSpPr>
            <p:nvPr/>
          </p:nvCxnSpPr>
          <p:spPr>
            <a:xfrm flipH="1" flipV="1">
              <a:off x="8987610" y="8722713"/>
              <a:ext cx="4647" cy="31675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F776A69C-33EE-4EF2-81F0-2EFEE555D1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6" y="3597764"/>
              <a:ext cx="0" cy="33797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06EA6BE5-E246-4915-82ED-36761F28536D}"/>
                    </a:ext>
                  </a:extLst>
                </p:cNvPr>
                <p:cNvSpPr txBox="1"/>
                <p:nvPr/>
              </p:nvSpPr>
              <p:spPr>
                <a:xfrm>
                  <a:off x="4162680" y="5119541"/>
                  <a:ext cx="224292" cy="3296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06EA6BE5-E246-4915-82ED-36761F28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680" y="5119541"/>
                  <a:ext cx="224292" cy="329642"/>
                </a:xfrm>
                <a:prstGeom prst="rect">
                  <a:avLst/>
                </a:prstGeom>
                <a:blipFill>
                  <a:blip r:embed="rId11"/>
                  <a:stretch>
                    <a:fillRect l="-18919" r="-135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45D0B214-DAA3-4368-AC38-154C555544EC}"/>
                </a:ext>
              </a:extLst>
            </p:cNvPr>
            <p:cNvCxnSpPr>
              <a:cxnSpLocks/>
            </p:cNvCxnSpPr>
            <p:nvPr/>
          </p:nvCxnSpPr>
          <p:spPr>
            <a:xfrm>
              <a:off x="5869179" y="10052143"/>
              <a:ext cx="41014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8485EBC7-3D79-40D5-AF38-07993FD9AF1C}"/>
                    </a:ext>
                  </a:extLst>
                </p:cNvPr>
                <p:cNvSpPr txBox="1"/>
                <p:nvPr/>
              </p:nvSpPr>
              <p:spPr>
                <a:xfrm>
                  <a:off x="7710958" y="9892149"/>
                  <a:ext cx="324610" cy="3296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8485EBC7-3D79-40D5-AF38-07993FD9A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0958" y="9892149"/>
                  <a:ext cx="324610" cy="329642"/>
                </a:xfrm>
                <a:prstGeom prst="rect">
                  <a:avLst/>
                </a:prstGeom>
                <a:blipFill>
                  <a:blip r:embed="rId12"/>
                  <a:stretch>
                    <a:fillRect b="-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CFCA1A13-B726-42FD-BADB-A24C0A6CD6F7}"/>
                    </a:ext>
                  </a:extLst>
                </p:cNvPr>
                <p:cNvSpPr txBox="1"/>
                <p:nvPr/>
              </p:nvSpPr>
              <p:spPr>
                <a:xfrm>
                  <a:off x="7033760" y="5064438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CFCA1A13-B726-42FD-BADB-A24C0A6CD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3760" y="5064438"/>
                  <a:ext cx="298159" cy="329642"/>
                </a:xfrm>
                <a:prstGeom prst="rect">
                  <a:avLst/>
                </a:prstGeom>
                <a:blipFill>
                  <a:blip r:embed="rId13"/>
                  <a:stretch>
                    <a:fillRect l="-8163" r="-61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B99C514A-A401-4F33-A193-634C4C5453F1}"/>
                    </a:ext>
                  </a:extLst>
                </p:cNvPr>
                <p:cNvSpPr txBox="1"/>
                <p:nvPr/>
              </p:nvSpPr>
              <p:spPr>
                <a:xfrm>
                  <a:off x="12728344" y="5812231"/>
                  <a:ext cx="3870290" cy="483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CN" sz="2100">
                            <a:latin typeface="Cambria Math" panose="02040503050406030204" pitchFamily="18" charset="0"/>
                          </a:rPr>
                          <m:t>append</m:t>
                        </m:r>
                        <m:d>
                          <m:d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1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altLang="zh-CN" sz="2100" dirty="0"/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B99C514A-A401-4F33-A193-634C4C54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8344" y="5812231"/>
                  <a:ext cx="3870290" cy="48365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5" name="连接符: 曲线 274">
              <a:extLst>
                <a:ext uri="{FF2B5EF4-FFF2-40B4-BE49-F238E27FC236}">
                  <a16:creationId xmlns:a16="http://schemas.microsoft.com/office/drawing/2014/main" id="{F201B892-E7AD-41C1-8723-1F0B967A4E71}"/>
                </a:ext>
              </a:extLst>
            </p:cNvPr>
            <p:cNvCxnSpPr>
              <a:cxnSpLocks/>
              <a:stCxn id="287" idx="3"/>
              <a:endCxn id="276" idx="1"/>
            </p:cNvCxnSpPr>
            <p:nvPr/>
          </p:nvCxnSpPr>
          <p:spPr>
            <a:xfrm>
              <a:off x="5948631" y="692173"/>
              <a:ext cx="813862" cy="897900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91DB908D-FAFC-45B8-A7E5-9EFEC8926DCC}"/>
                    </a:ext>
                  </a:extLst>
                </p:cNvPr>
                <p:cNvSpPr txBox="1"/>
                <p:nvPr/>
              </p:nvSpPr>
              <p:spPr>
                <a:xfrm>
                  <a:off x="6762493" y="9535145"/>
                  <a:ext cx="775894" cy="27206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toke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1653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schemeClr val="bg1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91DB908D-FAFC-45B8-A7E5-9EFEC8926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493" y="9535145"/>
                  <a:ext cx="775894" cy="272062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 b="-212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3" name="连接符: 曲线 272">
              <a:extLst>
                <a:ext uri="{FF2B5EF4-FFF2-40B4-BE49-F238E27FC236}">
                  <a16:creationId xmlns:a16="http://schemas.microsoft.com/office/drawing/2014/main" id="{0B056FB8-91B3-4395-B7CE-DA01C17F2FD8}"/>
                </a:ext>
              </a:extLst>
            </p:cNvPr>
            <p:cNvCxnSpPr>
              <a:cxnSpLocks/>
              <a:stCxn id="350" idx="3"/>
              <a:endCxn id="301" idx="1"/>
            </p:cNvCxnSpPr>
            <p:nvPr/>
          </p:nvCxnSpPr>
          <p:spPr>
            <a:xfrm>
              <a:off x="9521855" y="688840"/>
              <a:ext cx="748219" cy="898616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连接符: 曲线 270">
              <a:extLst>
                <a:ext uri="{FF2B5EF4-FFF2-40B4-BE49-F238E27FC236}">
                  <a16:creationId xmlns:a16="http://schemas.microsoft.com/office/drawing/2014/main" id="{385BDF6A-9D2E-414E-9E4F-45A1B2173DB5}"/>
                </a:ext>
              </a:extLst>
            </p:cNvPr>
            <p:cNvCxnSpPr>
              <a:cxnSpLocks/>
              <a:stCxn id="277" idx="3"/>
              <a:endCxn id="272" idx="1"/>
            </p:cNvCxnSpPr>
            <p:nvPr/>
          </p:nvCxnSpPr>
          <p:spPr>
            <a:xfrm>
              <a:off x="11484174" y="692614"/>
              <a:ext cx="1074636" cy="897856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30DCC73A-C6C9-4E9D-802C-37091B203699}"/>
                    </a:ext>
                  </a:extLst>
                </p:cNvPr>
                <p:cNvSpPr txBox="1"/>
                <p:nvPr/>
              </p:nvSpPr>
              <p:spPr>
                <a:xfrm>
                  <a:off x="12558810" y="9535145"/>
                  <a:ext cx="1124203" cy="27206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53" ker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toke</m:t>
                        </m:r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53" i="1" ker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schemeClr val="bg1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30DCC73A-C6C9-4E9D-802C-37091B203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8810" y="9535145"/>
                  <a:ext cx="1124203" cy="272062"/>
                </a:xfrm>
                <a:prstGeom prst="rect">
                  <a:avLst/>
                </a:prstGeom>
                <a:blipFill>
                  <a:blip r:embed="rId16"/>
                  <a:stretch>
                    <a:fillRect b="-212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8F8C973-B6D9-4F7F-9BAC-9278085F022F}"/>
                    </a:ext>
                  </a:extLst>
                </p:cNvPr>
                <p:cNvSpPr txBox="1"/>
                <p:nvPr/>
              </p:nvSpPr>
              <p:spPr>
                <a:xfrm>
                  <a:off x="12108452" y="5015655"/>
                  <a:ext cx="310983" cy="3296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8F8C973-B6D9-4F7F-9BAC-9278085F0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8452" y="5015655"/>
                  <a:ext cx="310983" cy="329642"/>
                </a:xfrm>
                <a:prstGeom prst="rect">
                  <a:avLst/>
                </a:prstGeom>
                <a:blipFill>
                  <a:blip r:embed="rId17"/>
                  <a:stretch>
                    <a:fillRect l="-3922" r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9993BAC0-4810-42CB-A969-030690EC3FA1}"/>
                </a:ext>
              </a:extLst>
            </p:cNvPr>
            <p:cNvSpPr txBox="1"/>
            <p:nvPr/>
          </p:nvSpPr>
          <p:spPr>
            <a:xfrm>
              <a:off x="12739191" y="3154311"/>
              <a:ext cx="1620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rPr>
                <a:t>Update rule</a:t>
              </a:r>
              <a:endParaRPr lang="zh-CN" alt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矩形: 圆角 285">
                  <a:extLst>
                    <a:ext uri="{FF2B5EF4-FFF2-40B4-BE49-F238E27FC236}">
                      <a16:creationId xmlns:a16="http://schemas.microsoft.com/office/drawing/2014/main" id="{22E4051E-3AEB-42DD-895E-CC6F83E3BC76}"/>
                    </a:ext>
                  </a:extLst>
                </p:cNvPr>
                <p:cNvSpPr/>
                <p:nvPr/>
              </p:nvSpPr>
              <p:spPr>
                <a:xfrm>
                  <a:off x="1284867" y="989151"/>
                  <a:ext cx="1892912" cy="420023"/>
                </a:xfrm>
                <a:prstGeom prst="roundRect">
                  <a:avLst/>
                </a:prstGeom>
                <a:noFill/>
                <a:ln>
                  <a:noFill/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en-US" altLang="zh-CN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Output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sup>
                      </m:sSup>
                    </m:oMath>
                  </a14:m>
                  <a:endParaRPr lang="zh-CN" alt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6" name="矩形: 圆角 285">
                  <a:extLst>
                    <a:ext uri="{FF2B5EF4-FFF2-40B4-BE49-F238E27FC236}">
                      <a16:creationId xmlns:a16="http://schemas.microsoft.com/office/drawing/2014/main" id="{22E4051E-3AEB-42DD-895E-CC6F83E3BC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67" y="989151"/>
                  <a:ext cx="1892912" cy="420023"/>
                </a:xfrm>
                <a:prstGeom prst="roundRect">
                  <a:avLst/>
                </a:prstGeom>
                <a:blipFill>
                  <a:blip r:embed="rId18"/>
                  <a:stretch>
                    <a:fillRect l="-2581" t="-7246" b="-28986"/>
                  </a:stretch>
                </a:blipFill>
                <a:ln>
                  <a:noFill/>
                  <a:prstDash val="dash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矩形: 圆角 287">
                  <a:extLst>
                    <a:ext uri="{FF2B5EF4-FFF2-40B4-BE49-F238E27FC236}">
                      <a16:creationId xmlns:a16="http://schemas.microsoft.com/office/drawing/2014/main" id="{FFA51A7C-3441-4CC4-91A6-80B87CA5D4D9}"/>
                    </a:ext>
                  </a:extLst>
                </p:cNvPr>
                <p:cNvSpPr/>
                <p:nvPr/>
              </p:nvSpPr>
              <p:spPr>
                <a:xfrm>
                  <a:off x="1284867" y="8958479"/>
                  <a:ext cx="1892912" cy="420023"/>
                </a:xfrm>
                <a:prstGeom prst="roundRect">
                  <a:avLst/>
                </a:prstGeom>
                <a:noFill/>
                <a:ln>
                  <a:noFill/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en-US" altLang="zh-CN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Input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sz="2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altLang="zh-CN" sz="2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sup>
                      </m:sSup>
                    </m:oMath>
                  </a14:m>
                  <a:endParaRPr lang="zh-CN" alt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8" name="矩形: 圆角 287">
                  <a:extLst>
                    <a:ext uri="{FF2B5EF4-FFF2-40B4-BE49-F238E27FC236}">
                      <a16:creationId xmlns:a16="http://schemas.microsoft.com/office/drawing/2014/main" id="{FFA51A7C-3441-4CC4-91A6-80B87CA5D4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67" y="8958479"/>
                  <a:ext cx="1892912" cy="420023"/>
                </a:xfrm>
                <a:prstGeom prst="roundRect">
                  <a:avLst/>
                </a:prstGeom>
                <a:blipFill>
                  <a:blip r:embed="rId19"/>
                  <a:stretch>
                    <a:fillRect l="-2581" t="-5797" b="-28986"/>
                  </a:stretch>
                </a:blipFill>
                <a:ln>
                  <a:noFill/>
                  <a:prstDash val="dash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A9B408B-E7AC-4237-8218-1211BB920ADF}"/>
                </a:ext>
              </a:extLst>
            </p:cNvPr>
            <p:cNvSpPr/>
            <p:nvPr/>
          </p:nvSpPr>
          <p:spPr>
            <a:xfrm>
              <a:off x="1291783" y="4968400"/>
              <a:ext cx="1737976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sz="2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Hidden State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矩形: 圆角 113">
                  <a:extLst>
                    <a:ext uri="{FF2B5EF4-FFF2-40B4-BE49-F238E27FC236}">
                      <a16:creationId xmlns:a16="http://schemas.microsoft.com/office/drawing/2014/main" id="{6842D146-4220-432B-85B6-7B18EF8A5815}"/>
                    </a:ext>
                  </a:extLst>
                </p:cNvPr>
                <p:cNvSpPr/>
                <p:nvPr/>
              </p:nvSpPr>
              <p:spPr>
                <a:xfrm>
                  <a:off x="1723691" y="5415616"/>
                  <a:ext cx="820218" cy="64968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4" name="矩形: 圆角 113">
                  <a:extLst>
                    <a:ext uri="{FF2B5EF4-FFF2-40B4-BE49-F238E27FC236}">
                      <a16:creationId xmlns:a16="http://schemas.microsoft.com/office/drawing/2014/main" id="{6842D146-4220-432B-85B6-7B18EF8A58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3691" y="5415616"/>
                  <a:ext cx="820218" cy="649681"/>
                </a:xfrm>
                <a:prstGeom prst="round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  <a:prstDash val="dash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D0E229FC-B84A-46A9-A20A-E3854D26E358}"/>
                    </a:ext>
                  </a:extLst>
                </p:cNvPr>
                <p:cNvSpPr txBox="1"/>
                <p:nvPr/>
              </p:nvSpPr>
              <p:spPr>
                <a:xfrm>
                  <a:off x="8700667" y="2813952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D0E229FC-B84A-46A9-A20A-E3854D26E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0667" y="2813952"/>
                  <a:ext cx="537600" cy="315792"/>
                </a:xfrm>
                <a:prstGeom prst="rect">
                  <a:avLst/>
                </a:prstGeom>
                <a:blipFill>
                  <a:blip r:embed="rId21"/>
                  <a:stretch>
                    <a:fillRect l="-13636" r="-6818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50A32AD-FBB3-4BC1-A0F1-8CD7BCACCEDF}"/>
                    </a:ext>
                  </a:extLst>
                </p:cNvPr>
                <p:cNvSpPr txBox="1"/>
                <p:nvPr/>
              </p:nvSpPr>
              <p:spPr>
                <a:xfrm>
                  <a:off x="8586548" y="7719768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[1,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50A32AD-FBB3-4BC1-A0F1-8CD7BCACC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548" y="7719768"/>
                  <a:ext cx="792341" cy="265394"/>
                </a:xfrm>
                <a:prstGeom prst="rect">
                  <a:avLst/>
                </a:prstGeom>
                <a:blipFill>
                  <a:blip r:embed="rId22"/>
                  <a:stretch>
                    <a:fillRect l="-769" t="-4545" r="-769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2CFDE47F-5AA9-44DB-B936-1F833A228E6F}"/>
                    </a:ext>
                  </a:extLst>
                </p:cNvPr>
                <p:cNvSpPr txBox="1"/>
                <p:nvPr/>
              </p:nvSpPr>
              <p:spPr>
                <a:xfrm>
                  <a:off x="8443786" y="2373339"/>
                  <a:ext cx="1062330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2CFDE47F-5AA9-44DB-B936-1F833A228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3786" y="2373339"/>
                  <a:ext cx="1062330" cy="265394"/>
                </a:xfrm>
                <a:prstGeom prst="rect">
                  <a:avLst/>
                </a:prstGeom>
                <a:blipFill>
                  <a:blip r:embed="rId23"/>
                  <a:stretch>
                    <a:fillRect t="-4545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52926702-D4DE-4854-ACF9-782A19B4B645}"/>
                    </a:ext>
                  </a:extLst>
                </p:cNvPr>
                <p:cNvSpPr txBox="1"/>
                <p:nvPr/>
              </p:nvSpPr>
              <p:spPr>
                <a:xfrm>
                  <a:off x="8713723" y="7162472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52926702-D4DE-4854-ACF9-782A19B4B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723" y="7162472"/>
                  <a:ext cx="537600" cy="315792"/>
                </a:xfrm>
                <a:prstGeom prst="rect">
                  <a:avLst/>
                </a:prstGeom>
                <a:blipFill>
                  <a:blip r:embed="rId24"/>
                  <a:stretch>
                    <a:fillRect l="-6818" r="-1136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2ED73548-49B1-496A-B04C-E912FF4393C4}"/>
                    </a:ext>
                  </a:extLst>
                </p:cNvPr>
                <p:cNvSpPr txBox="1"/>
                <p:nvPr/>
              </p:nvSpPr>
              <p:spPr>
                <a:xfrm>
                  <a:off x="8692566" y="5788201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2ED73548-49B1-496A-B04C-E912FF439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2566" y="5788201"/>
                  <a:ext cx="537600" cy="315792"/>
                </a:xfrm>
                <a:prstGeom prst="rect">
                  <a:avLst/>
                </a:prstGeom>
                <a:blipFill>
                  <a:blip r:embed="rId25"/>
                  <a:stretch>
                    <a:fillRect l="-13636" r="-2273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46EB3B72-E596-4262-B09F-54C96FBF7399}"/>
                    </a:ext>
                  </a:extLst>
                </p:cNvPr>
                <p:cNvSpPr txBox="1"/>
                <p:nvPr/>
              </p:nvSpPr>
              <p:spPr>
                <a:xfrm>
                  <a:off x="8562839" y="5056892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46EB3B72-E596-4262-B09F-54C96FBF7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2839" y="5056892"/>
                  <a:ext cx="792341" cy="265394"/>
                </a:xfrm>
                <a:prstGeom prst="rect">
                  <a:avLst/>
                </a:prstGeom>
                <a:blipFill>
                  <a:blip r:embed="rId26"/>
                  <a:stretch>
                    <a:fillRect l="-1550" t="-4545" r="-1550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62D888BB-29A4-4776-B1E7-91F553233374}"/>
                    </a:ext>
                  </a:extLst>
                </p:cNvPr>
                <p:cNvSpPr txBox="1"/>
                <p:nvPr/>
              </p:nvSpPr>
              <p:spPr>
                <a:xfrm>
                  <a:off x="8687415" y="4296247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62D888BB-29A4-4776-B1E7-91F553233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415" y="4296247"/>
                  <a:ext cx="537600" cy="315792"/>
                </a:xfrm>
                <a:prstGeom prst="rect">
                  <a:avLst/>
                </a:prstGeom>
                <a:blipFill>
                  <a:blip r:embed="rId27"/>
                  <a:stretch>
                    <a:fillRect l="-6818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E450E253-FF5C-46AE-AA29-C82AF8DBD284}"/>
                </a:ext>
              </a:extLst>
            </p:cNvPr>
            <p:cNvCxnSpPr>
              <a:cxnSpLocks/>
              <a:stCxn id="134" idx="0"/>
              <a:endCxn id="136" idx="2"/>
            </p:cNvCxnSpPr>
            <p:nvPr/>
          </p:nvCxnSpPr>
          <p:spPr>
            <a:xfrm flipH="1" flipV="1">
              <a:off x="8982523" y="7478264"/>
              <a:ext cx="196" cy="24150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6219489D-C012-4DE8-944A-2978664DFD2C}"/>
                </a:ext>
              </a:extLst>
            </p:cNvPr>
            <p:cNvCxnSpPr>
              <a:cxnSpLocks/>
              <a:stCxn id="355" idx="0"/>
              <a:endCxn id="132" idx="2"/>
            </p:cNvCxnSpPr>
            <p:nvPr/>
          </p:nvCxnSpPr>
          <p:spPr>
            <a:xfrm flipH="1" flipV="1">
              <a:off x="8959010" y="5322286"/>
              <a:ext cx="2356" cy="46591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67716395-279B-4842-9C2E-B0DEEF619CB5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8980366" y="6956511"/>
              <a:ext cx="2157" cy="20596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9DF89201-9A81-406F-A230-A82DA0DF3183}"/>
                </a:ext>
              </a:extLst>
            </p:cNvPr>
            <p:cNvCxnSpPr>
              <a:cxnSpLocks/>
              <a:stCxn id="132" idx="0"/>
              <a:endCxn id="137" idx="2"/>
            </p:cNvCxnSpPr>
            <p:nvPr/>
          </p:nvCxnSpPr>
          <p:spPr>
            <a:xfrm flipH="1" flipV="1">
              <a:off x="8956215" y="4612039"/>
              <a:ext cx="2795" cy="44485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05248B13-7325-4D77-9293-C511B05EB8C9}"/>
                </a:ext>
              </a:extLst>
            </p:cNvPr>
            <p:cNvCxnSpPr>
              <a:cxnSpLocks/>
              <a:endCxn id="133" idx="2"/>
            </p:cNvCxnSpPr>
            <p:nvPr/>
          </p:nvCxnSpPr>
          <p:spPr>
            <a:xfrm flipH="1" flipV="1">
              <a:off x="8969467" y="3129744"/>
              <a:ext cx="4497" cy="28004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7196CEDE-7781-477D-9070-8A2158B13C1B}"/>
                </a:ext>
              </a:extLst>
            </p:cNvPr>
            <p:cNvCxnSpPr>
              <a:cxnSpLocks/>
              <a:stCxn id="133" idx="0"/>
            </p:cNvCxnSpPr>
            <p:nvPr/>
          </p:nvCxnSpPr>
          <p:spPr>
            <a:xfrm flipH="1" flipV="1">
              <a:off x="8963409" y="2544420"/>
              <a:ext cx="6058" cy="26953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B0B55C7D-99DA-43C5-A33B-32E47C354A7C}"/>
                    </a:ext>
                  </a:extLst>
                </p:cNvPr>
                <p:cNvSpPr txBox="1"/>
                <p:nvPr/>
              </p:nvSpPr>
              <p:spPr>
                <a:xfrm>
                  <a:off x="10802896" y="6517014"/>
                  <a:ext cx="123432" cy="2543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B0B55C7D-99DA-43C5-A33B-32E47C354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896" y="6517014"/>
                  <a:ext cx="123432" cy="254365"/>
                </a:xfrm>
                <a:prstGeom prst="rect">
                  <a:avLst/>
                </a:prstGeom>
                <a:blipFill>
                  <a:blip r:embed="rId28"/>
                  <a:stretch>
                    <a:fillRect l="-35000" r="-3500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439E8C8A-3C96-4E42-B0BC-F5519A36A6AF}"/>
                    </a:ext>
                  </a:extLst>
                </p:cNvPr>
                <p:cNvSpPr txBox="1"/>
                <p:nvPr/>
              </p:nvSpPr>
              <p:spPr>
                <a:xfrm>
                  <a:off x="10802896" y="3582048"/>
                  <a:ext cx="134652" cy="2543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439E8C8A-3C96-4E42-B0BC-F5519A36A6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896" y="3582048"/>
                  <a:ext cx="134652" cy="254365"/>
                </a:xfrm>
                <a:prstGeom prst="rect">
                  <a:avLst/>
                </a:prstGeom>
                <a:blipFill>
                  <a:blip r:embed="rId29"/>
                  <a:stretch>
                    <a:fillRect l="-27273" r="-27273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矩形: 圆角 208">
              <a:extLst>
                <a:ext uri="{FF2B5EF4-FFF2-40B4-BE49-F238E27FC236}">
                  <a16:creationId xmlns:a16="http://schemas.microsoft.com/office/drawing/2014/main" id="{0F279B75-FC15-4AAC-96E8-DFABD0ABA2DF}"/>
                </a:ext>
              </a:extLst>
            </p:cNvPr>
            <p:cNvSpPr/>
            <p:nvPr/>
          </p:nvSpPr>
          <p:spPr>
            <a:xfrm>
              <a:off x="10266044" y="2232821"/>
              <a:ext cx="1343011" cy="5890615"/>
            </a:xfrm>
            <a:prstGeom prst="round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  <p:txBody>
            <a:bodyPr rtlCol="0" anchor="ctr"/>
            <a:lstStyle/>
            <a:p>
              <a:pPr algn="ctr" defTabSz="914354">
                <a:defRPr/>
              </a:pPr>
              <a:endParaRPr lang="zh-CN" altLang="en-US" sz="1653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84E6FA65-C0D7-47B1-849A-B6961EF03855}"/>
                    </a:ext>
                  </a:extLst>
                </p:cNvPr>
                <p:cNvSpPr txBox="1"/>
                <p:nvPr/>
              </p:nvSpPr>
              <p:spPr>
                <a:xfrm>
                  <a:off x="10668749" y="2819263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84E6FA65-C0D7-47B1-849A-B6961EF03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749" y="2819263"/>
                  <a:ext cx="537600" cy="315792"/>
                </a:xfrm>
                <a:prstGeom prst="rect">
                  <a:avLst/>
                </a:prstGeom>
                <a:blipFill>
                  <a:blip r:embed="rId30"/>
                  <a:stretch>
                    <a:fillRect l="-13636" r="-5682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E09354D-8415-4093-984C-9F0D8ABE1922}"/>
                    </a:ext>
                  </a:extLst>
                </p:cNvPr>
                <p:cNvSpPr txBox="1"/>
                <p:nvPr/>
              </p:nvSpPr>
              <p:spPr>
                <a:xfrm>
                  <a:off x="10554630" y="7725080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[1,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E09354D-8415-4093-984C-9F0D8ABE1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4630" y="7725080"/>
                  <a:ext cx="792341" cy="265394"/>
                </a:xfrm>
                <a:prstGeom prst="rect">
                  <a:avLst/>
                </a:prstGeom>
                <a:blipFill>
                  <a:blip r:embed="rId31"/>
                  <a:stretch>
                    <a:fillRect t="-6818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A2EC4E25-8E5B-4D2C-A928-B5F839093592}"/>
                    </a:ext>
                  </a:extLst>
                </p:cNvPr>
                <p:cNvSpPr txBox="1"/>
                <p:nvPr/>
              </p:nvSpPr>
              <p:spPr>
                <a:xfrm>
                  <a:off x="10411868" y="2378651"/>
                  <a:ext cx="1062330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A2EC4E25-8E5B-4D2C-A928-B5F839093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1868" y="2378651"/>
                  <a:ext cx="1062330" cy="265394"/>
                </a:xfrm>
                <a:prstGeom prst="rect">
                  <a:avLst/>
                </a:prstGeom>
                <a:blipFill>
                  <a:blip r:embed="rId32"/>
                  <a:stretch>
                    <a:fillRect t="-6977" b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6AB28298-C5BF-44D8-BD76-C67908A201BF}"/>
                    </a:ext>
                  </a:extLst>
                </p:cNvPr>
                <p:cNvSpPr txBox="1"/>
                <p:nvPr/>
              </p:nvSpPr>
              <p:spPr>
                <a:xfrm>
                  <a:off x="10681804" y="7167784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6AB28298-C5BF-44D8-BD76-C67908A20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1804" y="7167784"/>
                  <a:ext cx="537600" cy="315792"/>
                </a:xfrm>
                <a:prstGeom prst="rect">
                  <a:avLst/>
                </a:prstGeom>
                <a:blipFill>
                  <a:blip r:embed="rId33"/>
                  <a:stretch>
                    <a:fillRect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819B4595-4605-4336-AF75-BAB627D2D24D}"/>
                    </a:ext>
                  </a:extLst>
                </p:cNvPr>
                <p:cNvSpPr txBox="1"/>
                <p:nvPr/>
              </p:nvSpPr>
              <p:spPr>
                <a:xfrm>
                  <a:off x="10660648" y="5793513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819B4595-4605-4336-AF75-BAB627D2D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648" y="5793513"/>
                  <a:ext cx="537600" cy="315792"/>
                </a:xfrm>
                <a:prstGeom prst="rect">
                  <a:avLst/>
                </a:prstGeom>
                <a:blipFill>
                  <a:blip r:embed="rId34"/>
                  <a:stretch>
                    <a:fillRect l="-13636" r="-2273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950FCB82-4E75-4853-8130-148AF2C39D0F}"/>
                    </a:ext>
                  </a:extLst>
                </p:cNvPr>
                <p:cNvSpPr txBox="1"/>
                <p:nvPr/>
              </p:nvSpPr>
              <p:spPr>
                <a:xfrm>
                  <a:off x="10530921" y="5062204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950FCB82-4E75-4853-8130-148AF2C39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921" y="5062204"/>
                  <a:ext cx="792341" cy="265394"/>
                </a:xfrm>
                <a:prstGeom prst="rect">
                  <a:avLst/>
                </a:prstGeom>
                <a:blipFill>
                  <a:blip r:embed="rId35"/>
                  <a:stretch>
                    <a:fillRect t="-4545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85657BC5-B38D-4EEB-BBFD-3ADE59288749}"/>
                    </a:ext>
                  </a:extLst>
                </p:cNvPr>
                <p:cNvSpPr txBox="1"/>
                <p:nvPr/>
              </p:nvSpPr>
              <p:spPr>
                <a:xfrm>
                  <a:off x="10655497" y="4301559"/>
                  <a:ext cx="537600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85657BC5-B38D-4EEB-BBFD-3ADE59288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5497" y="4301559"/>
                  <a:ext cx="537600" cy="315792"/>
                </a:xfrm>
                <a:prstGeom prst="rect">
                  <a:avLst/>
                </a:prstGeom>
                <a:blipFill>
                  <a:blip r:embed="rId36"/>
                  <a:stretch>
                    <a:fillRect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F024EFAB-FFB0-4DCC-A08F-01D99CC1FE7D}"/>
                </a:ext>
              </a:extLst>
            </p:cNvPr>
            <p:cNvCxnSpPr>
              <a:cxnSpLocks/>
              <a:stCxn id="211" idx="0"/>
              <a:endCxn id="213" idx="2"/>
            </p:cNvCxnSpPr>
            <p:nvPr/>
          </p:nvCxnSpPr>
          <p:spPr>
            <a:xfrm flipH="1" flipV="1">
              <a:off x="10950604" y="7483576"/>
              <a:ext cx="197" cy="24150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EEAE62BC-A05A-454E-B0A4-A816D2B1372A}"/>
                </a:ext>
              </a:extLst>
            </p:cNvPr>
            <p:cNvCxnSpPr>
              <a:cxnSpLocks/>
              <a:stCxn id="214" idx="0"/>
              <a:endCxn id="215" idx="2"/>
            </p:cNvCxnSpPr>
            <p:nvPr/>
          </p:nvCxnSpPr>
          <p:spPr>
            <a:xfrm flipH="1" flipV="1">
              <a:off x="10927092" y="5327598"/>
              <a:ext cx="2356" cy="46591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D392E072-478F-488A-B98A-4B3E6C25DE9E}"/>
                </a:ext>
              </a:extLst>
            </p:cNvPr>
            <p:cNvCxnSpPr>
              <a:cxnSpLocks/>
              <a:stCxn id="213" idx="0"/>
            </p:cNvCxnSpPr>
            <p:nvPr/>
          </p:nvCxnSpPr>
          <p:spPr>
            <a:xfrm flipH="1" flipV="1">
              <a:off x="10948447" y="6961822"/>
              <a:ext cx="2157" cy="20596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CB9DC206-FE75-46E8-B569-D488FD13B8FB}"/>
                </a:ext>
              </a:extLst>
            </p:cNvPr>
            <p:cNvCxnSpPr>
              <a:cxnSpLocks/>
              <a:stCxn id="215" idx="0"/>
              <a:endCxn id="216" idx="2"/>
            </p:cNvCxnSpPr>
            <p:nvPr/>
          </p:nvCxnSpPr>
          <p:spPr>
            <a:xfrm flipH="1" flipV="1">
              <a:off x="10924297" y="4617351"/>
              <a:ext cx="2795" cy="44485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BC0744DC-F908-402A-9930-EFC55070C295}"/>
                </a:ext>
              </a:extLst>
            </p:cNvPr>
            <p:cNvCxnSpPr>
              <a:cxnSpLocks/>
              <a:endCxn id="210" idx="2"/>
            </p:cNvCxnSpPr>
            <p:nvPr/>
          </p:nvCxnSpPr>
          <p:spPr>
            <a:xfrm flipH="1" flipV="1">
              <a:off x="10937549" y="3135055"/>
              <a:ext cx="4497" cy="28004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A4267300-EFB3-4AB4-9585-E44282D5F08C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H="1" flipV="1">
              <a:off x="10931491" y="2549731"/>
              <a:ext cx="6058" cy="26953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93078F79-D43D-4B29-9784-4F8FAEDE3931}"/>
                    </a:ext>
                  </a:extLst>
                </p:cNvPr>
                <p:cNvSpPr txBox="1"/>
                <p:nvPr/>
              </p:nvSpPr>
              <p:spPr>
                <a:xfrm>
                  <a:off x="5262387" y="6519248"/>
                  <a:ext cx="123432" cy="2543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93078F79-D43D-4B29-9784-4F8FAEDE3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387" y="6519248"/>
                  <a:ext cx="123432" cy="254365"/>
                </a:xfrm>
                <a:prstGeom prst="rect">
                  <a:avLst/>
                </a:prstGeom>
                <a:blipFill>
                  <a:blip r:embed="rId37"/>
                  <a:stretch>
                    <a:fillRect l="-30000" r="-40000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A10B578B-27D5-4064-B21B-200D66672C94}"/>
                    </a:ext>
                  </a:extLst>
                </p:cNvPr>
                <p:cNvSpPr txBox="1"/>
                <p:nvPr/>
              </p:nvSpPr>
              <p:spPr>
                <a:xfrm>
                  <a:off x="5262387" y="3584282"/>
                  <a:ext cx="134652" cy="2543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53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A10B578B-27D5-4064-B21B-200D66672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387" y="3584282"/>
                  <a:ext cx="134652" cy="254365"/>
                </a:xfrm>
                <a:prstGeom prst="rect">
                  <a:avLst/>
                </a:prstGeom>
                <a:blipFill>
                  <a:blip r:embed="rId38"/>
                  <a:stretch>
                    <a:fillRect l="-22727" r="-31818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" name="矩形: 圆角 224">
              <a:extLst>
                <a:ext uri="{FF2B5EF4-FFF2-40B4-BE49-F238E27FC236}">
                  <a16:creationId xmlns:a16="http://schemas.microsoft.com/office/drawing/2014/main" id="{9172BF05-2AC0-4E58-9976-30FE02C685F6}"/>
                </a:ext>
              </a:extLst>
            </p:cNvPr>
            <p:cNvSpPr/>
            <p:nvPr/>
          </p:nvSpPr>
          <p:spPr>
            <a:xfrm>
              <a:off x="4725535" y="2235055"/>
              <a:ext cx="1343011" cy="5890615"/>
            </a:xfrm>
            <a:prstGeom prst="round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Dot"/>
              <a:miter lim="800000"/>
            </a:ln>
            <a:effectLst/>
          </p:spPr>
          <p:txBody>
            <a:bodyPr rtlCol="0" anchor="ctr"/>
            <a:lstStyle/>
            <a:p>
              <a:pPr algn="ctr" defTabSz="914354">
                <a:defRPr/>
              </a:pPr>
              <a:endParaRPr lang="zh-CN" altLang="en-US" sz="1653" kern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453D2384-28F8-4B4E-BF51-2A04A87B53AF}"/>
                    </a:ext>
                  </a:extLst>
                </p:cNvPr>
                <p:cNvSpPr txBox="1"/>
                <p:nvPr/>
              </p:nvSpPr>
              <p:spPr>
                <a:xfrm>
                  <a:off x="5128240" y="2821498"/>
                  <a:ext cx="537600" cy="3154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453D2384-28F8-4B4E-BF51-2A04A87B53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8240" y="2821498"/>
                  <a:ext cx="537600" cy="315471"/>
                </a:xfrm>
                <a:prstGeom prst="rect">
                  <a:avLst/>
                </a:prstGeom>
                <a:blipFill>
                  <a:blip r:embed="rId39"/>
                  <a:stretch>
                    <a:fillRect l="-13636" r="-6818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E7814180-268F-45C6-B58C-ECD78D039FCA}"/>
                    </a:ext>
                  </a:extLst>
                </p:cNvPr>
                <p:cNvSpPr txBox="1"/>
                <p:nvPr/>
              </p:nvSpPr>
              <p:spPr>
                <a:xfrm>
                  <a:off x="5014121" y="7727314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[1,1]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E7814180-268F-45C6-B58C-ECD78D039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4121" y="7727314"/>
                  <a:ext cx="792341" cy="265394"/>
                </a:xfrm>
                <a:prstGeom prst="rect">
                  <a:avLst/>
                </a:prstGeom>
                <a:blipFill>
                  <a:blip r:embed="rId40"/>
                  <a:stretch>
                    <a:fillRect t="-4545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8D1E73B5-750D-4FF7-AA8C-FC90CF698B1D}"/>
                    </a:ext>
                  </a:extLst>
                </p:cNvPr>
                <p:cNvSpPr txBox="1"/>
                <p:nvPr/>
              </p:nvSpPr>
              <p:spPr>
                <a:xfrm>
                  <a:off x="4871360" y="2380885"/>
                  <a:ext cx="1062330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8D1E73B5-750D-4FF7-AA8C-FC90CF698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1360" y="2380885"/>
                  <a:ext cx="1062330" cy="265394"/>
                </a:xfrm>
                <a:prstGeom prst="rect">
                  <a:avLst/>
                </a:prstGeom>
                <a:blipFill>
                  <a:blip r:embed="rId41"/>
                  <a:stretch>
                    <a:fillRect t="-4545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167F415B-13EB-4863-AB03-D21AF76B3224}"/>
                    </a:ext>
                  </a:extLst>
                </p:cNvPr>
                <p:cNvSpPr txBox="1"/>
                <p:nvPr/>
              </p:nvSpPr>
              <p:spPr>
                <a:xfrm>
                  <a:off x="5141296" y="7170018"/>
                  <a:ext cx="537600" cy="3154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167F415B-13EB-4863-AB03-D21AF76B3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1296" y="7170018"/>
                  <a:ext cx="537600" cy="315471"/>
                </a:xfrm>
                <a:prstGeom prst="rect">
                  <a:avLst/>
                </a:prstGeom>
                <a:blipFill>
                  <a:blip r:embed="rId42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401C5095-7D9B-410D-AEE2-380952E22305}"/>
                    </a:ext>
                  </a:extLst>
                </p:cNvPr>
                <p:cNvSpPr txBox="1"/>
                <p:nvPr/>
              </p:nvSpPr>
              <p:spPr>
                <a:xfrm>
                  <a:off x="5120139" y="5795748"/>
                  <a:ext cx="537600" cy="3154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401C5095-7D9B-410D-AEE2-380952E223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0139" y="5795748"/>
                  <a:ext cx="537600" cy="315471"/>
                </a:xfrm>
                <a:prstGeom prst="rect">
                  <a:avLst/>
                </a:prstGeom>
                <a:blipFill>
                  <a:blip r:embed="rId43"/>
                  <a:stretch>
                    <a:fillRect l="-13636" r="-2273"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3A66E21B-CB02-437B-ACEB-4D887A0B2E83}"/>
                    </a:ext>
                  </a:extLst>
                </p:cNvPr>
                <p:cNvSpPr txBox="1"/>
                <p:nvPr/>
              </p:nvSpPr>
              <p:spPr>
                <a:xfrm>
                  <a:off x="4990412" y="5064438"/>
                  <a:ext cx="79234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3A66E21B-CB02-437B-ACEB-4D887A0B2E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412" y="5064438"/>
                  <a:ext cx="792341" cy="265394"/>
                </a:xfrm>
                <a:prstGeom prst="rect">
                  <a:avLst/>
                </a:prstGeom>
                <a:blipFill>
                  <a:blip r:embed="rId44"/>
                  <a:stretch>
                    <a:fillRect t="-6977" b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ED42C718-4158-480E-909D-949C0F9CB96F}"/>
                    </a:ext>
                  </a:extLst>
                </p:cNvPr>
                <p:cNvSpPr txBox="1"/>
                <p:nvPr/>
              </p:nvSpPr>
              <p:spPr>
                <a:xfrm>
                  <a:off x="5114988" y="4303793"/>
                  <a:ext cx="537600" cy="3154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ED42C718-4158-480E-909D-949C0F9CB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4988" y="4303793"/>
                  <a:ext cx="537600" cy="315471"/>
                </a:xfrm>
                <a:prstGeom prst="rect">
                  <a:avLst/>
                </a:prstGeom>
                <a:blipFill>
                  <a:blip r:embed="rId45"/>
                  <a:stretch>
                    <a:fillRect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79147B31-796D-4230-A842-88699A42DB36}"/>
                </a:ext>
              </a:extLst>
            </p:cNvPr>
            <p:cNvCxnSpPr>
              <a:cxnSpLocks/>
              <a:stCxn id="227" idx="0"/>
              <a:endCxn id="229" idx="2"/>
            </p:cNvCxnSpPr>
            <p:nvPr/>
          </p:nvCxnSpPr>
          <p:spPr>
            <a:xfrm flipH="1" flipV="1">
              <a:off x="5410096" y="7485489"/>
              <a:ext cx="196" cy="241825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E61E12C8-7143-4CBD-B878-6C59CDFE80E1}"/>
                </a:ext>
              </a:extLst>
            </p:cNvPr>
            <p:cNvCxnSpPr>
              <a:cxnSpLocks/>
              <a:stCxn id="230" idx="0"/>
              <a:endCxn id="231" idx="2"/>
            </p:cNvCxnSpPr>
            <p:nvPr/>
          </p:nvCxnSpPr>
          <p:spPr>
            <a:xfrm flipH="1" flipV="1">
              <a:off x="5386583" y="5329832"/>
              <a:ext cx="2356" cy="465915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CAB687EC-226C-4AB9-853D-9FE35138ADC8}"/>
                </a:ext>
              </a:extLst>
            </p:cNvPr>
            <p:cNvCxnSpPr>
              <a:cxnSpLocks/>
              <a:stCxn id="229" idx="0"/>
            </p:cNvCxnSpPr>
            <p:nvPr/>
          </p:nvCxnSpPr>
          <p:spPr>
            <a:xfrm flipH="1" flipV="1">
              <a:off x="5407939" y="6964058"/>
              <a:ext cx="2157" cy="20596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0D5CBDCB-4D0B-4247-81FB-CB08AF29EC87}"/>
                </a:ext>
              </a:extLst>
            </p:cNvPr>
            <p:cNvCxnSpPr>
              <a:cxnSpLocks/>
              <a:stCxn id="231" idx="0"/>
              <a:endCxn id="232" idx="2"/>
            </p:cNvCxnSpPr>
            <p:nvPr/>
          </p:nvCxnSpPr>
          <p:spPr>
            <a:xfrm flipH="1" flipV="1">
              <a:off x="5383788" y="4619264"/>
              <a:ext cx="2795" cy="44517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8C102910-6B01-4AA3-9882-EF38E5AFBFDB}"/>
                </a:ext>
              </a:extLst>
            </p:cNvPr>
            <p:cNvCxnSpPr>
              <a:cxnSpLocks/>
              <a:endCxn id="226" idx="2"/>
            </p:cNvCxnSpPr>
            <p:nvPr/>
          </p:nvCxnSpPr>
          <p:spPr>
            <a:xfrm flipH="1" flipV="1">
              <a:off x="5397040" y="3136969"/>
              <a:ext cx="4497" cy="28037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5585709-1F4A-4094-AA2F-773F2278FCAC}"/>
                </a:ext>
              </a:extLst>
            </p:cNvPr>
            <p:cNvCxnSpPr>
              <a:cxnSpLocks/>
              <a:stCxn id="226" idx="0"/>
            </p:cNvCxnSpPr>
            <p:nvPr/>
          </p:nvCxnSpPr>
          <p:spPr>
            <a:xfrm flipH="1" flipV="1">
              <a:off x="5390983" y="2551966"/>
              <a:ext cx="6057" cy="26953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本框 273">
                  <a:extLst>
                    <a:ext uri="{FF2B5EF4-FFF2-40B4-BE49-F238E27FC236}">
                      <a16:creationId xmlns:a16="http://schemas.microsoft.com/office/drawing/2014/main" id="{A6CA96BB-F4FC-4CDF-BBC2-132862FEF35E}"/>
                    </a:ext>
                  </a:extLst>
                </p:cNvPr>
                <p:cNvSpPr txBox="1"/>
                <p:nvPr/>
              </p:nvSpPr>
              <p:spPr>
                <a:xfrm>
                  <a:off x="10454524" y="1092736"/>
                  <a:ext cx="964635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74" name="文本框 273">
                  <a:extLst>
                    <a:ext uri="{FF2B5EF4-FFF2-40B4-BE49-F238E27FC236}">
                      <a16:creationId xmlns:a16="http://schemas.microsoft.com/office/drawing/2014/main" id="{A6CA96BB-F4FC-4CDF-BBC2-132862FEF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4524" y="1092736"/>
                  <a:ext cx="964635" cy="265394"/>
                </a:xfrm>
                <a:prstGeom prst="rect">
                  <a:avLst/>
                </a:prstGeom>
                <a:blipFill>
                  <a:blip r:embed="rId46"/>
                  <a:stretch>
                    <a:fillRect t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568F7CEB-A7AD-4AB8-8434-85BAE7894063}"/>
                    </a:ext>
                  </a:extLst>
                </p:cNvPr>
                <p:cNvSpPr txBox="1"/>
                <p:nvPr/>
              </p:nvSpPr>
              <p:spPr>
                <a:xfrm>
                  <a:off x="10379439" y="556583"/>
                  <a:ext cx="110473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568F7CEB-A7AD-4AB8-8434-85BAE789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9439" y="556583"/>
                  <a:ext cx="1104735" cy="272062"/>
                </a:xfrm>
                <a:prstGeom prst="rect">
                  <a:avLst/>
                </a:prstGeom>
                <a:blipFill>
                  <a:blip r:embed="rId4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8138F1A6-BB30-4A97-BDBE-393902F7DA2F}"/>
                </a:ext>
              </a:extLst>
            </p:cNvPr>
            <p:cNvCxnSpPr>
              <a:cxnSpLocks/>
              <a:stCxn id="274" idx="0"/>
              <a:endCxn id="277" idx="2"/>
            </p:cNvCxnSpPr>
            <p:nvPr/>
          </p:nvCxnSpPr>
          <p:spPr>
            <a:xfrm flipH="1" flipV="1">
              <a:off x="10931807" y="828645"/>
              <a:ext cx="5035" cy="26409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F664BA76-FAE8-453D-93B8-31D99423EBF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525646" y="1591684"/>
                  <a:ext cx="833396" cy="3216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F664BA76-FAE8-453D-93B8-31D99423E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5646" y="1591684"/>
                  <a:ext cx="833396" cy="321691"/>
                </a:xfrm>
                <a:prstGeom prst="rect">
                  <a:avLst/>
                </a:prstGeom>
                <a:blipFill>
                  <a:blip r:embed="rId48"/>
                  <a:stretch>
                    <a:fillRect t="-5660" b="-169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8677C157-777C-4ED1-970B-7BE1C6B06FCF}"/>
                </a:ext>
              </a:extLst>
            </p:cNvPr>
            <p:cNvCxnSpPr>
              <a:cxnSpLocks/>
              <a:stCxn id="279" idx="0"/>
              <a:endCxn id="274" idx="2"/>
            </p:cNvCxnSpPr>
            <p:nvPr/>
          </p:nvCxnSpPr>
          <p:spPr>
            <a:xfrm flipH="1" flipV="1">
              <a:off x="10936842" y="1358130"/>
              <a:ext cx="5502" cy="23355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722EACAE-6228-4C4D-BF3D-B61EE64BA161}"/>
                    </a:ext>
                  </a:extLst>
                </p:cNvPr>
                <p:cNvSpPr txBox="1"/>
                <p:nvPr/>
              </p:nvSpPr>
              <p:spPr>
                <a:xfrm>
                  <a:off x="4918981" y="1092295"/>
                  <a:ext cx="964635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722EACAE-6228-4C4D-BF3D-B61EE64BA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981" y="1092295"/>
                  <a:ext cx="964635" cy="265394"/>
                </a:xfrm>
                <a:prstGeom prst="rect">
                  <a:avLst/>
                </a:prstGeom>
                <a:blipFill>
                  <a:blip r:embed="rId49"/>
                  <a:stretch>
                    <a:fillRect t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E7B9E8D2-7C76-4654-B310-F4FB8B3438EB}"/>
                    </a:ext>
                  </a:extLst>
                </p:cNvPr>
                <p:cNvSpPr txBox="1"/>
                <p:nvPr/>
              </p:nvSpPr>
              <p:spPr>
                <a:xfrm>
                  <a:off x="4843896" y="556142"/>
                  <a:ext cx="110473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87" name="文本框 286">
                  <a:extLst>
                    <a:ext uri="{FF2B5EF4-FFF2-40B4-BE49-F238E27FC236}">
                      <a16:creationId xmlns:a16="http://schemas.microsoft.com/office/drawing/2014/main" id="{E7B9E8D2-7C76-4654-B310-F4FB8B343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896" y="556142"/>
                  <a:ext cx="1104735" cy="272062"/>
                </a:xfrm>
                <a:prstGeom prst="rect">
                  <a:avLst/>
                </a:prstGeom>
                <a:blipFill>
                  <a:blip r:embed="rId5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C3C0C696-FBC5-4E76-87DE-33C84E483B9C}"/>
                </a:ext>
              </a:extLst>
            </p:cNvPr>
            <p:cNvCxnSpPr>
              <a:cxnSpLocks/>
              <a:stCxn id="282" idx="0"/>
              <a:endCxn id="287" idx="2"/>
            </p:cNvCxnSpPr>
            <p:nvPr/>
          </p:nvCxnSpPr>
          <p:spPr>
            <a:xfrm flipH="1" flipV="1">
              <a:off x="5396264" y="828204"/>
              <a:ext cx="5035" cy="26409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80CFF6F6-45FB-4DC1-8F79-27BCA572C2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90103" y="1591243"/>
                  <a:ext cx="833396" cy="322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80CFF6F6-45FB-4DC1-8F79-27BCA572C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103" y="1591243"/>
                  <a:ext cx="833396" cy="322268"/>
                </a:xfrm>
                <a:prstGeom prst="rect">
                  <a:avLst/>
                </a:prstGeom>
                <a:blipFill>
                  <a:blip r:embed="rId51"/>
                  <a:stretch>
                    <a:fillRect t="-5660" b="-169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612BBCC9-E427-4D55-A912-C8CA973E5A5C}"/>
                </a:ext>
              </a:extLst>
            </p:cNvPr>
            <p:cNvCxnSpPr>
              <a:cxnSpLocks/>
              <a:stCxn id="292" idx="0"/>
              <a:endCxn id="282" idx="2"/>
            </p:cNvCxnSpPr>
            <p:nvPr/>
          </p:nvCxnSpPr>
          <p:spPr>
            <a:xfrm flipH="1" flipV="1">
              <a:off x="5401299" y="1357689"/>
              <a:ext cx="5502" cy="23355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B56EF69-B9FC-42DD-8399-9DCEEDF860D8}"/>
                    </a:ext>
                  </a:extLst>
                </p:cNvPr>
                <p:cNvSpPr txBox="1"/>
                <p:nvPr/>
              </p:nvSpPr>
              <p:spPr>
                <a:xfrm>
                  <a:off x="10584587" y="8409347"/>
                  <a:ext cx="738508" cy="315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5B56EF69-B9FC-42DD-8399-9DCEEDF86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587" y="8409347"/>
                  <a:ext cx="738508" cy="315792"/>
                </a:xfrm>
                <a:prstGeom prst="rect">
                  <a:avLst/>
                </a:prstGeom>
                <a:blipFill>
                  <a:blip r:embed="rId52"/>
                  <a:stretch>
                    <a:fillRect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646CFA41-7771-4EE6-8D35-089C14D1FDDA}"/>
                    </a:ext>
                  </a:extLst>
                </p:cNvPr>
                <p:cNvSpPr txBox="1"/>
                <p:nvPr/>
              </p:nvSpPr>
              <p:spPr>
                <a:xfrm>
                  <a:off x="10507081" y="9041892"/>
                  <a:ext cx="84822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646CFA41-7771-4EE6-8D35-089C14D1F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7081" y="9041892"/>
                  <a:ext cx="848221" cy="265394"/>
                </a:xfrm>
                <a:prstGeom prst="rect">
                  <a:avLst/>
                </a:prstGeom>
                <a:blipFill>
                  <a:blip r:embed="rId53"/>
                  <a:stretch>
                    <a:fillRect t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615074C2-5C75-4D6E-91B3-34F359958215}"/>
                    </a:ext>
                  </a:extLst>
                </p:cNvPr>
                <p:cNvSpPr txBox="1"/>
                <p:nvPr/>
              </p:nvSpPr>
              <p:spPr>
                <a:xfrm>
                  <a:off x="10270074" y="9538978"/>
                  <a:ext cx="130844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615074C2-5C75-4D6E-91B3-34F359958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0074" y="9538978"/>
                  <a:ext cx="1308445" cy="272062"/>
                </a:xfrm>
                <a:prstGeom prst="rect">
                  <a:avLst/>
                </a:prstGeom>
                <a:blipFill>
                  <a:blip r:embed="rId54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8911A730-06AA-4E46-BF5E-64263FDCA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51593" y="9330689"/>
              <a:ext cx="6895" cy="208288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330FCAD1-8812-49AF-95BB-51D72E835C91}"/>
                </a:ext>
              </a:extLst>
            </p:cNvPr>
            <p:cNvCxnSpPr>
              <a:cxnSpLocks/>
              <a:endCxn id="294" idx="2"/>
            </p:cNvCxnSpPr>
            <p:nvPr/>
          </p:nvCxnSpPr>
          <p:spPr>
            <a:xfrm flipH="1" flipV="1">
              <a:off x="10953841" y="8725139"/>
              <a:ext cx="4650" cy="31675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D8C3194-8688-4AF8-B264-256162B4FBDD}"/>
                    </a:ext>
                  </a:extLst>
                </p:cNvPr>
                <p:cNvSpPr txBox="1"/>
                <p:nvPr/>
              </p:nvSpPr>
              <p:spPr>
                <a:xfrm>
                  <a:off x="5045452" y="8409460"/>
                  <a:ext cx="738508" cy="3154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0D8C3194-8688-4AF8-B264-256162B4F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5452" y="8409460"/>
                  <a:ext cx="738508" cy="315471"/>
                </a:xfrm>
                <a:prstGeom prst="rect">
                  <a:avLst/>
                </a:prstGeom>
                <a:blipFill>
                  <a:blip r:embed="rId55"/>
                  <a:stretch>
                    <a:fillRect b="-17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文本框 319">
                  <a:extLst>
                    <a:ext uri="{FF2B5EF4-FFF2-40B4-BE49-F238E27FC236}">
                      <a16:creationId xmlns:a16="http://schemas.microsoft.com/office/drawing/2014/main" id="{585E0BF3-D7D0-4B6F-B60E-D9E21476BFED}"/>
                    </a:ext>
                  </a:extLst>
                </p:cNvPr>
                <p:cNvSpPr txBox="1"/>
                <p:nvPr/>
              </p:nvSpPr>
              <p:spPr>
                <a:xfrm>
                  <a:off x="4995242" y="9042005"/>
                  <a:ext cx="848221" cy="2653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20" name="文本框 319">
                  <a:extLst>
                    <a:ext uri="{FF2B5EF4-FFF2-40B4-BE49-F238E27FC236}">
                      <a16:creationId xmlns:a16="http://schemas.microsoft.com/office/drawing/2014/main" id="{585E0BF3-D7D0-4B6F-B60E-D9E21476B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5242" y="9042005"/>
                  <a:ext cx="848221" cy="265394"/>
                </a:xfrm>
                <a:prstGeom prst="rect">
                  <a:avLst/>
                </a:prstGeom>
                <a:blipFill>
                  <a:blip r:embed="rId56"/>
                  <a:stretch>
                    <a:fillRect t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文本框 320">
                  <a:extLst>
                    <a:ext uri="{FF2B5EF4-FFF2-40B4-BE49-F238E27FC236}">
                      <a16:creationId xmlns:a16="http://schemas.microsoft.com/office/drawing/2014/main" id="{6A16750E-FFF5-4AC2-A33D-7AE14A9751DB}"/>
                    </a:ext>
                  </a:extLst>
                </p:cNvPr>
                <p:cNvSpPr txBox="1"/>
                <p:nvPr/>
              </p:nvSpPr>
              <p:spPr>
                <a:xfrm>
                  <a:off x="4758235" y="9539090"/>
                  <a:ext cx="1308445" cy="2720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914354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53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token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zh-CN" altLang="en-US" sz="1653" kern="0" dirty="0">
                    <a:solidFill>
                      <a:prstClr val="black"/>
                    </a:solidFill>
                    <a:latin typeface="等线" panose="020F0502020204030204"/>
                  </a:endParaRPr>
                </a:p>
              </p:txBody>
            </p:sp>
          </mc:Choice>
          <mc:Fallback xmlns="">
            <p:sp>
              <p:nvSpPr>
                <p:cNvPr id="321" name="文本框 320">
                  <a:extLst>
                    <a:ext uri="{FF2B5EF4-FFF2-40B4-BE49-F238E27FC236}">
                      <a16:creationId xmlns:a16="http://schemas.microsoft.com/office/drawing/2014/main" id="{6A16750E-FFF5-4AC2-A33D-7AE14A975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235" y="9539090"/>
                  <a:ext cx="1308445" cy="272062"/>
                </a:xfrm>
                <a:prstGeom prst="rect">
                  <a:avLst/>
                </a:prstGeom>
                <a:blipFill>
                  <a:blip r:embed="rId57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59554142-3EA8-4AD7-9985-6E0C4D291805}"/>
                </a:ext>
              </a:extLst>
            </p:cNvPr>
            <p:cNvCxnSpPr>
              <a:cxnSpLocks/>
              <a:stCxn id="321" idx="0"/>
              <a:endCxn id="320" idx="2"/>
            </p:cNvCxnSpPr>
            <p:nvPr/>
          </p:nvCxnSpPr>
          <p:spPr>
            <a:xfrm flipV="1">
              <a:off x="5412458" y="9307399"/>
              <a:ext cx="6895" cy="23169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68EF41FB-1349-4601-A344-C21445DA33BA}"/>
                </a:ext>
              </a:extLst>
            </p:cNvPr>
            <p:cNvCxnSpPr>
              <a:cxnSpLocks/>
              <a:stCxn id="320" idx="0"/>
              <a:endCxn id="319" idx="2"/>
            </p:cNvCxnSpPr>
            <p:nvPr/>
          </p:nvCxnSpPr>
          <p:spPr>
            <a:xfrm flipH="1" flipV="1">
              <a:off x="5414706" y="8724931"/>
              <a:ext cx="4647" cy="31707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41" name="直接箭头连接符 340">
              <a:extLst>
                <a:ext uri="{FF2B5EF4-FFF2-40B4-BE49-F238E27FC236}">
                  <a16:creationId xmlns:a16="http://schemas.microsoft.com/office/drawing/2014/main" id="{3BA3D60A-7B43-415F-AD62-C23F9078C83D}"/>
                </a:ext>
              </a:extLst>
            </p:cNvPr>
            <p:cNvCxnSpPr>
              <a:cxnSpLocks/>
              <a:stCxn id="135" idx="3"/>
              <a:endCxn id="212" idx="1"/>
            </p:cNvCxnSpPr>
            <p:nvPr/>
          </p:nvCxnSpPr>
          <p:spPr>
            <a:xfrm>
              <a:off x="9506116" y="2506036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0F4AE260-1AB1-4A2B-949F-983A75AA286C}"/>
                </a:ext>
              </a:extLst>
            </p:cNvPr>
            <p:cNvCxnSpPr>
              <a:cxnSpLocks/>
            </p:cNvCxnSpPr>
            <p:nvPr/>
          </p:nvCxnSpPr>
          <p:spPr>
            <a:xfrm>
              <a:off x="9510461" y="5194515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293A22EF-BB98-49A6-8C0E-11F8175CDF4F}"/>
                </a:ext>
              </a:extLst>
            </p:cNvPr>
            <p:cNvCxnSpPr>
              <a:cxnSpLocks/>
            </p:cNvCxnSpPr>
            <p:nvPr/>
          </p:nvCxnSpPr>
          <p:spPr>
            <a:xfrm>
              <a:off x="9514635" y="7874962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3503A1D5-D220-422E-946C-E00F394289D5}"/>
                </a:ext>
              </a:extLst>
            </p:cNvPr>
            <p:cNvCxnSpPr>
              <a:cxnSpLocks/>
            </p:cNvCxnSpPr>
            <p:nvPr/>
          </p:nvCxnSpPr>
          <p:spPr>
            <a:xfrm>
              <a:off x="7529868" y="2508964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5" name="直接箭头连接符 364">
              <a:extLst>
                <a:ext uri="{FF2B5EF4-FFF2-40B4-BE49-F238E27FC236}">
                  <a16:creationId xmlns:a16="http://schemas.microsoft.com/office/drawing/2014/main" id="{0F150354-6B3A-4630-B174-C354062861B8}"/>
                </a:ext>
              </a:extLst>
            </p:cNvPr>
            <p:cNvCxnSpPr>
              <a:cxnSpLocks/>
            </p:cNvCxnSpPr>
            <p:nvPr/>
          </p:nvCxnSpPr>
          <p:spPr>
            <a:xfrm>
              <a:off x="7534213" y="5185742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6" name="直接箭头连接符 365">
              <a:extLst>
                <a:ext uri="{FF2B5EF4-FFF2-40B4-BE49-F238E27FC236}">
                  <a16:creationId xmlns:a16="http://schemas.microsoft.com/office/drawing/2014/main" id="{079D9632-7468-4384-ADB0-2EAB38777FB1}"/>
                </a:ext>
              </a:extLst>
            </p:cNvPr>
            <p:cNvCxnSpPr>
              <a:cxnSpLocks/>
            </p:cNvCxnSpPr>
            <p:nvPr/>
          </p:nvCxnSpPr>
          <p:spPr>
            <a:xfrm>
              <a:off x="7538387" y="7866189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D705244C-E1BD-4E70-9077-FCDE7D6E2EAC}"/>
                </a:ext>
              </a:extLst>
            </p:cNvPr>
            <p:cNvCxnSpPr>
              <a:cxnSpLocks/>
            </p:cNvCxnSpPr>
            <p:nvPr/>
          </p:nvCxnSpPr>
          <p:spPr>
            <a:xfrm>
              <a:off x="5935118" y="2499129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AB5AF041-9673-455B-91CE-B64D3A20D57D}"/>
                </a:ext>
              </a:extLst>
            </p:cNvPr>
            <p:cNvCxnSpPr>
              <a:cxnSpLocks/>
            </p:cNvCxnSpPr>
            <p:nvPr/>
          </p:nvCxnSpPr>
          <p:spPr>
            <a:xfrm>
              <a:off x="5939463" y="5175907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4" name="直接箭头连接符 373">
              <a:extLst>
                <a:ext uri="{FF2B5EF4-FFF2-40B4-BE49-F238E27FC236}">
                  <a16:creationId xmlns:a16="http://schemas.microsoft.com/office/drawing/2014/main" id="{F09F1C88-4F7C-4D38-824B-7611A125CC72}"/>
                </a:ext>
              </a:extLst>
            </p:cNvPr>
            <p:cNvCxnSpPr>
              <a:cxnSpLocks/>
            </p:cNvCxnSpPr>
            <p:nvPr/>
          </p:nvCxnSpPr>
          <p:spPr>
            <a:xfrm>
              <a:off x="5943637" y="7856354"/>
              <a:ext cx="905752" cy="531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BCCE7A43-A99F-43DB-B283-BC6001A05295}"/>
                    </a:ext>
                  </a:extLst>
                </p:cNvPr>
                <p:cNvSpPr txBox="1"/>
                <p:nvPr/>
              </p:nvSpPr>
              <p:spPr>
                <a:xfrm>
                  <a:off x="7036289" y="2387078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BCCE7A43-A99F-43DB-B283-BC6001A05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289" y="2387078"/>
                  <a:ext cx="298159" cy="329642"/>
                </a:xfrm>
                <a:prstGeom prst="rect">
                  <a:avLst/>
                </a:prstGeom>
                <a:blipFill>
                  <a:blip r:embed="rId58"/>
                  <a:stretch>
                    <a:fillRect l="-6122" r="-81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3" name="文本框 402">
                  <a:extLst>
                    <a:ext uri="{FF2B5EF4-FFF2-40B4-BE49-F238E27FC236}">
                      <a16:creationId xmlns:a16="http://schemas.microsoft.com/office/drawing/2014/main" id="{FB646EE5-AD1F-4DAC-ACFA-05CBA82CB4E8}"/>
                    </a:ext>
                  </a:extLst>
                </p:cNvPr>
                <p:cNvSpPr txBox="1"/>
                <p:nvPr/>
              </p:nvSpPr>
              <p:spPr>
                <a:xfrm>
                  <a:off x="7036289" y="7754733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403" name="文本框 402">
                  <a:extLst>
                    <a:ext uri="{FF2B5EF4-FFF2-40B4-BE49-F238E27FC236}">
                      <a16:creationId xmlns:a16="http://schemas.microsoft.com/office/drawing/2014/main" id="{FB646EE5-AD1F-4DAC-ACFA-05CBA82CB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289" y="7754733"/>
                  <a:ext cx="298159" cy="329642"/>
                </a:xfrm>
                <a:prstGeom prst="rect">
                  <a:avLst/>
                </a:prstGeom>
                <a:blipFill>
                  <a:blip r:embed="rId59"/>
                  <a:stretch>
                    <a:fillRect l="-6122" r="-81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8C5A1949-42B0-4EBE-AE02-BF8F91337D1A}"/>
                </a:ext>
              </a:extLst>
            </p:cNvPr>
            <p:cNvCxnSpPr>
              <a:cxnSpLocks/>
              <a:stCxn id="342" idx="0"/>
              <a:endCxn id="134" idx="2"/>
            </p:cNvCxnSpPr>
            <p:nvPr/>
          </p:nvCxnSpPr>
          <p:spPr>
            <a:xfrm flipH="1" flipV="1">
              <a:off x="8982719" y="7985162"/>
              <a:ext cx="4891" cy="42175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F3A7A8E3-6714-4457-9E1E-6153F880EA85}"/>
                </a:ext>
              </a:extLst>
            </p:cNvPr>
            <p:cNvCxnSpPr>
              <a:cxnSpLocks/>
              <a:stCxn id="294" idx="0"/>
              <a:endCxn id="211" idx="2"/>
            </p:cNvCxnSpPr>
            <p:nvPr/>
          </p:nvCxnSpPr>
          <p:spPr>
            <a:xfrm flipH="1" flipV="1">
              <a:off x="10950801" y="7990474"/>
              <a:ext cx="3040" cy="41887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37A832BB-FADA-45E7-8620-33150FB27A08}"/>
                </a:ext>
              </a:extLst>
            </p:cNvPr>
            <p:cNvCxnSpPr>
              <a:cxnSpLocks/>
              <a:stCxn id="135" idx="0"/>
              <a:endCxn id="352" idx="2"/>
            </p:cNvCxnSpPr>
            <p:nvPr/>
          </p:nvCxnSpPr>
          <p:spPr>
            <a:xfrm flipV="1">
              <a:off x="8974951" y="1910178"/>
              <a:ext cx="5074" cy="46316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93FA4D47-715A-43C6-BFD6-068C0D50F214}"/>
                </a:ext>
              </a:extLst>
            </p:cNvPr>
            <p:cNvCxnSpPr>
              <a:cxnSpLocks/>
              <a:stCxn id="212" idx="0"/>
              <a:endCxn id="279" idx="2"/>
            </p:cNvCxnSpPr>
            <p:nvPr/>
          </p:nvCxnSpPr>
          <p:spPr>
            <a:xfrm flipH="1" flipV="1">
              <a:off x="10942344" y="1913375"/>
              <a:ext cx="689" cy="46527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8" name="直接箭头连接符 407">
              <a:extLst>
                <a:ext uri="{FF2B5EF4-FFF2-40B4-BE49-F238E27FC236}">
                  <a16:creationId xmlns:a16="http://schemas.microsoft.com/office/drawing/2014/main" id="{6A60EA4A-D574-48EE-8285-E579C0727446}"/>
                </a:ext>
              </a:extLst>
            </p:cNvPr>
            <p:cNvCxnSpPr>
              <a:cxnSpLocks/>
              <a:stCxn id="228" idx="0"/>
              <a:endCxn id="292" idx="2"/>
            </p:cNvCxnSpPr>
            <p:nvPr/>
          </p:nvCxnSpPr>
          <p:spPr>
            <a:xfrm flipV="1">
              <a:off x="5402525" y="1913511"/>
              <a:ext cx="4276" cy="46737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3DCB777D-8708-414A-A64B-254478C8C6C4}"/>
                </a:ext>
              </a:extLst>
            </p:cNvPr>
            <p:cNvCxnSpPr>
              <a:cxnSpLocks/>
              <a:stCxn id="319" idx="0"/>
              <a:endCxn id="227" idx="2"/>
            </p:cNvCxnSpPr>
            <p:nvPr/>
          </p:nvCxnSpPr>
          <p:spPr>
            <a:xfrm flipH="1" flipV="1">
              <a:off x="5410292" y="7992708"/>
              <a:ext cx="4414" cy="41675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9CCA5880-1095-49AC-9640-A5D57CDE67E0}"/>
                </a:ext>
              </a:extLst>
            </p:cNvPr>
            <p:cNvGrpSpPr/>
            <p:nvPr/>
          </p:nvGrpSpPr>
          <p:grpSpPr>
            <a:xfrm>
              <a:off x="3289092" y="4059225"/>
              <a:ext cx="910751" cy="2540554"/>
              <a:chOff x="3060366" y="3966090"/>
              <a:chExt cx="910751" cy="25405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2" name="文本框 391">
                    <a:extLst>
                      <a:ext uri="{FF2B5EF4-FFF2-40B4-BE49-F238E27FC236}">
                        <a16:creationId xmlns:a16="http://schemas.microsoft.com/office/drawing/2014/main" id="{2F18BD4B-9880-4293-A20C-A36CEA18A108}"/>
                      </a:ext>
                    </a:extLst>
                  </p:cNvPr>
                  <p:cNvSpPr txBox="1"/>
                  <p:nvPr/>
                </p:nvSpPr>
                <p:spPr>
                  <a:xfrm>
                    <a:off x="3060366" y="6276388"/>
                    <a:ext cx="907356" cy="23025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354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Decoder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sz="140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92" name="文本框 391">
                    <a:extLst>
                      <a:ext uri="{FF2B5EF4-FFF2-40B4-BE49-F238E27FC236}">
                        <a16:creationId xmlns:a16="http://schemas.microsoft.com/office/drawing/2014/main" id="{2F18BD4B-9880-4293-A20C-A36CEA18A1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0366" y="6276388"/>
                    <a:ext cx="907356" cy="230256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l="-1342" b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4" name="文本框 393">
                    <a:extLst>
                      <a:ext uri="{FF2B5EF4-FFF2-40B4-BE49-F238E27FC236}">
                        <a16:creationId xmlns:a16="http://schemas.microsoft.com/office/drawing/2014/main" id="{0F1A874D-A4FD-43C4-A786-56BFDAA38766}"/>
                      </a:ext>
                    </a:extLst>
                  </p:cNvPr>
                  <p:cNvSpPr txBox="1"/>
                  <p:nvPr/>
                </p:nvSpPr>
                <p:spPr>
                  <a:xfrm>
                    <a:off x="3308784" y="4509161"/>
                    <a:ext cx="335779" cy="2543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354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5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sz="1653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94" name="文本框 393">
                    <a:extLst>
                      <a:ext uri="{FF2B5EF4-FFF2-40B4-BE49-F238E27FC236}">
                        <a16:creationId xmlns:a16="http://schemas.microsoft.com/office/drawing/2014/main" id="{0F1A874D-A4FD-43C4-A786-56BFDAA38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8784" y="4509161"/>
                    <a:ext cx="335779" cy="254365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5" name="文本框 394">
                    <a:extLst>
                      <a:ext uri="{FF2B5EF4-FFF2-40B4-BE49-F238E27FC236}">
                        <a16:creationId xmlns:a16="http://schemas.microsoft.com/office/drawing/2014/main" id="{318791DE-4E67-494F-BF1D-C1D1D77D280A}"/>
                      </a:ext>
                    </a:extLst>
                  </p:cNvPr>
                  <p:cNvSpPr txBox="1"/>
                  <p:nvPr/>
                </p:nvSpPr>
                <p:spPr>
                  <a:xfrm>
                    <a:off x="3308784" y="5744347"/>
                    <a:ext cx="335779" cy="2543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354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5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sz="1653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95" name="文本框 394">
                    <a:extLst>
                      <a:ext uri="{FF2B5EF4-FFF2-40B4-BE49-F238E27FC236}">
                        <a16:creationId xmlns:a16="http://schemas.microsoft.com/office/drawing/2014/main" id="{318791DE-4E67-494F-BF1D-C1D1D77D28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8784" y="5744347"/>
                    <a:ext cx="335779" cy="254365"/>
                  </a:xfrm>
                  <a:prstGeom prst="rect">
                    <a:avLst/>
                  </a:prstGeom>
                  <a:blipFill>
                    <a:blip r:embed="rId62"/>
                    <a:stretch>
                      <a:fillRect b="-47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5" name="文本框 414">
                    <a:extLst>
                      <a:ext uri="{FF2B5EF4-FFF2-40B4-BE49-F238E27FC236}">
                        <a16:creationId xmlns:a16="http://schemas.microsoft.com/office/drawing/2014/main" id="{637B3E1E-664F-47E2-A5F7-B6A60E69CED3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761" y="3966090"/>
                    <a:ext cx="907356" cy="23025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354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Decoder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sz="140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415" name="文本框 414">
                    <a:extLst>
                      <a:ext uri="{FF2B5EF4-FFF2-40B4-BE49-F238E27FC236}">
                        <a16:creationId xmlns:a16="http://schemas.microsoft.com/office/drawing/2014/main" id="{637B3E1E-664F-47E2-A5F7-B6A60E69CE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3761" y="3966090"/>
                    <a:ext cx="907356" cy="230256"/>
                  </a:xfrm>
                  <a:prstGeom prst="rect">
                    <a:avLst/>
                  </a:prstGeom>
                  <a:blipFill>
                    <a:blip r:embed="rId63"/>
                    <a:stretch>
                      <a:fillRect l="-4027" b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89D3D63B-5120-4C54-B137-5877321CD0D8}"/>
                    </a:ext>
                  </a:extLst>
                </p:cNvPr>
                <p:cNvSpPr txBox="1"/>
                <p:nvPr/>
              </p:nvSpPr>
              <p:spPr>
                <a:xfrm>
                  <a:off x="12739191" y="6796246"/>
                  <a:ext cx="5166221" cy="483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𝑉𝐾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100" dirty="0"/>
                </a:p>
              </p:txBody>
            </p:sp>
          </mc:Choice>
          <mc:Fallback xmlns="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89D3D63B-5120-4C54-B137-5877321CD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39191" y="6796246"/>
                  <a:ext cx="5166221" cy="483659"/>
                </a:xfrm>
                <a:prstGeom prst="rect">
                  <a:avLst/>
                </a:prstGeom>
                <a:blipFill>
                  <a:blip r:embed="rId6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9D423423-1FF5-46D1-A4D9-10660CC63623}"/>
                </a:ext>
              </a:extLst>
            </p:cNvPr>
            <p:cNvSpPr txBox="1"/>
            <p:nvPr/>
          </p:nvSpPr>
          <p:spPr>
            <a:xfrm>
              <a:off x="12728343" y="5389991"/>
              <a:ext cx="1904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u="sng" dirty="0"/>
                <a:t>Full Att.</a:t>
              </a:r>
              <a:endParaRPr lang="zh-CN" altLang="en-US" sz="2400" u="sng" dirty="0"/>
            </a:p>
          </p:txBody>
        </p:sp>
        <p:sp>
          <p:nvSpPr>
            <p:cNvPr id="417" name="文本框 416">
              <a:extLst>
                <a:ext uri="{FF2B5EF4-FFF2-40B4-BE49-F238E27FC236}">
                  <a16:creationId xmlns:a16="http://schemas.microsoft.com/office/drawing/2014/main" id="{38C9830E-5209-4BB0-967E-12B442DE4614}"/>
                </a:ext>
              </a:extLst>
            </p:cNvPr>
            <p:cNvSpPr txBox="1"/>
            <p:nvPr/>
          </p:nvSpPr>
          <p:spPr>
            <a:xfrm>
              <a:off x="12713790" y="6275025"/>
              <a:ext cx="27690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u="sng" dirty="0"/>
                <a:t>Linear Att./SSM/…</a:t>
              </a:r>
              <a:endParaRPr lang="zh-CN" altLang="en-US" sz="2400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A8F56737-41E6-4218-8BD6-36D50EB152F0}"/>
                    </a:ext>
                  </a:extLst>
                </p:cNvPr>
                <p:cNvSpPr/>
                <p:nvPr/>
              </p:nvSpPr>
              <p:spPr>
                <a:xfrm>
                  <a:off x="12728343" y="4722513"/>
                  <a:ext cx="2329356" cy="4081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53" dirty="0"/>
                </a:p>
              </p:txBody>
            </p:sp>
          </mc:Choice>
          <mc:Fallback xmlns=""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A8F56737-41E6-4218-8BD6-36D50EB152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8343" y="4722513"/>
                  <a:ext cx="2329356" cy="408125"/>
                </a:xfrm>
                <a:prstGeom prst="rect">
                  <a:avLst/>
                </a:prstGeom>
                <a:blipFill>
                  <a:blip r:embed="rId65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0484ADCA-089A-4254-BE64-BE71EEF9AC43}"/>
                </a:ext>
              </a:extLst>
            </p:cNvPr>
            <p:cNvCxnSpPr>
              <a:cxnSpLocks/>
              <a:stCxn id="319" idx="3"/>
              <a:endCxn id="211" idx="2"/>
            </p:cNvCxnSpPr>
            <p:nvPr/>
          </p:nvCxnSpPr>
          <p:spPr>
            <a:xfrm flipV="1">
              <a:off x="5783960" y="7990474"/>
              <a:ext cx="5166841" cy="576722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6FFAB1F6-DC02-42A3-9F57-D8E27FB38643}"/>
                </a:ext>
              </a:extLst>
            </p:cNvPr>
            <p:cNvCxnSpPr>
              <a:cxnSpLocks/>
              <a:stCxn id="430" idx="3"/>
              <a:endCxn id="211" idx="2"/>
            </p:cNvCxnSpPr>
            <p:nvPr/>
          </p:nvCxnSpPr>
          <p:spPr>
            <a:xfrm flipV="1">
              <a:off x="7338476" y="7990474"/>
              <a:ext cx="3612325" cy="588256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F3376E70-AB7C-40C2-80B2-5E8D48CDD896}"/>
                </a:ext>
              </a:extLst>
            </p:cNvPr>
            <p:cNvCxnSpPr>
              <a:cxnSpLocks/>
              <a:stCxn id="342" idx="3"/>
              <a:endCxn id="211" idx="2"/>
            </p:cNvCxnSpPr>
            <p:nvPr/>
          </p:nvCxnSpPr>
          <p:spPr>
            <a:xfrm flipV="1">
              <a:off x="9356864" y="7990474"/>
              <a:ext cx="1593937" cy="574343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CFB0FAEF-C39C-493D-B5B0-19BAA830385F}"/>
                </a:ext>
              </a:extLst>
            </p:cNvPr>
            <p:cNvCxnSpPr>
              <a:cxnSpLocks/>
              <a:stCxn id="230" idx="3"/>
              <a:endCxn id="215" idx="2"/>
            </p:cNvCxnSpPr>
            <p:nvPr/>
          </p:nvCxnSpPr>
          <p:spPr>
            <a:xfrm flipV="1">
              <a:off x="5657739" y="5327598"/>
              <a:ext cx="5269353" cy="625885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箭头连接符 421">
              <a:extLst>
                <a:ext uri="{FF2B5EF4-FFF2-40B4-BE49-F238E27FC236}">
                  <a16:creationId xmlns:a16="http://schemas.microsoft.com/office/drawing/2014/main" id="{1E8D8E00-12DE-43D3-8A8E-F080139777F1}"/>
                </a:ext>
              </a:extLst>
            </p:cNvPr>
            <p:cNvCxnSpPr>
              <a:cxnSpLocks/>
              <a:stCxn id="429" idx="3"/>
              <a:endCxn id="215" idx="2"/>
            </p:cNvCxnSpPr>
            <p:nvPr/>
          </p:nvCxnSpPr>
          <p:spPr>
            <a:xfrm flipV="1">
              <a:off x="7334990" y="5327598"/>
              <a:ext cx="3592102" cy="613577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箭头连接符 422">
              <a:extLst>
                <a:ext uri="{FF2B5EF4-FFF2-40B4-BE49-F238E27FC236}">
                  <a16:creationId xmlns:a16="http://schemas.microsoft.com/office/drawing/2014/main" id="{C139269D-D467-404B-ADD0-086E4FD58303}"/>
                </a:ext>
              </a:extLst>
            </p:cNvPr>
            <p:cNvCxnSpPr>
              <a:cxnSpLocks/>
              <a:stCxn id="355" idx="3"/>
              <a:endCxn id="215" idx="2"/>
            </p:cNvCxnSpPr>
            <p:nvPr/>
          </p:nvCxnSpPr>
          <p:spPr>
            <a:xfrm flipV="1">
              <a:off x="9230166" y="5327598"/>
              <a:ext cx="1696926" cy="618498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>
              <a:extLst>
                <a:ext uri="{FF2B5EF4-FFF2-40B4-BE49-F238E27FC236}">
                  <a16:creationId xmlns:a16="http://schemas.microsoft.com/office/drawing/2014/main" id="{844051C9-A716-4C1D-8ED3-782BCBED56D3}"/>
                </a:ext>
              </a:extLst>
            </p:cNvPr>
            <p:cNvCxnSpPr>
              <a:cxnSpLocks/>
              <a:stCxn id="226" idx="3"/>
              <a:endCxn id="212" idx="2"/>
            </p:cNvCxnSpPr>
            <p:nvPr/>
          </p:nvCxnSpPr>
          <p:spPr>
            <a:xfrm flipV="1">
              <a:off x="5665840" y="2644045"/>
              <a:ext cx="5277193" cy="335189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327F89D3-3358-4A42-849D-AE7CBFF320B6}"/>
                </a:ext>
              </a:extLst>
            </p:cNvPr>
            <p:cNvCxnSpPr>
              <a:cxnSpLocks/>
              <a:stCxn id="427" idx="3"/>
              <a:endCxn id="212" idx="2"/>
            </p:cNvCxnSpPr>
            <p:nvPr/>
          </p:nvCxnSpPr>
          <p:spPr>
            <a:xfrm flipV="1">
              <a:off x="7338477" y="2644045"/>
              <a:ext cx="3604556" cy="388796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A7F353C4-78FC-4733-AAD8-765A6D377592}"/>
                </a:ext>
              </a:extLst>
            </p:cNvPr>
            <p:cNvCxnSpPr>
              <a:cxnSpLocks/>
              <a:stCxn id="133" idx="3"/>
              <a:endCxn id="212" idx="2"/>
            </p:cNvCxnSpPr>
            <p:nvPr/>
          </p:nvCxnSpPr>
          <p:spPr>
            <a:xfrm flipV="1">
              <a:off x="9238267" y="2644045"/>
              <a:ext cx="1704766" cy="327803"/>
            </a:xfrm>
            <a:prstGeom prst="straightConnector1">
              <a:avLst/>
            </a:prstGeom>
            <a:ln>
              <a:solidFill>
                <a:srgbClr val="0070C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6194D9E5-7848-47CB-A50B-E3E8E83CB011}"/>
                    </a:ext>
                  </a:extLst>
                </p:cNvPr>
                <p:cNvSpPr txBox="1"/>
                <p:nvPr/>
              </p:nvSpPr>
              <p:spPr>
                <a:xfrm>
                  <a:off x="7040318" y="2868020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6194D9E5-7848-47CB-A50B-E3E8E83CB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318" y="2868020"/>
                  <a:ext cx="298159" cy="329642"/>
                </a:xfrm>
                <a:prstGeom prst="rect">
                  <a:avLst/>
                </a:prstGeom>
                <a:blipFill>
                  <a:blip r:embed="rId66"/>
                  <a:stretch>
                    <a:fillRect l="-8163" r="-61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9" name="文本框 428">
                  <a:extLst>
                    <a:ext uri="{FF2B5EF4-FFF2-40B4-BE49-F238E27FC236}">
                      <a16:creationId xmlns:a16="http://schemas.microsoft.com/office/drawing/2014/main" id="{0F96F02C-68F5-48E1-8130-0E548BCF0734}"/>
                    </a:ext>
                  </a:extLst>
                </p:cNvPr>
                <p:cNvSpPr txBox="1"/>
                <p:nvPr/>
              </p:nvSpPr>
              <p:spPr>
                <a:xfrm>
                  <a:off x="7036831" y="5776355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429" name="文本框 428">
                  <a:extLst>
                    <a:ext uri="{FF2B5EF4-FFF2-40B4-BE49-F238E27FC236}">
                      <a16:creationId xmlns:a16="http://schemas.microsoft.com/office/drawing/2014/main" id="{0F96F02C-68F5-48E1-8130-0E548BCF0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831" y="5776355"/>
                  <a:ext cx="298159" cy="329642"/>
                </a:xfrm>
                <a:prstGeom prst="rect">
                  <a:avLst/>
                </a:prstGeom>
                <a:blipFill>
                  <a:blip r:embed="rId67"/>
                  <a:stretch>
                    <a:fillRect l="-6122" r="-81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0D3650E-0CF0-490E-91EF-099A0848C78E}"/>
                    </a:ext>
                  </a:extLst>
                </p:cNvPr>
                <p:cNvSpPr txBox="1"/>
                <p:nvPr/>
              </p:nvSpPr>
              <p:spPr>
                <a:xfrm>
                  <a:off x="7040317" y="8413909"/>
                  <a:ext cx="298159" cy="329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2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2" dirty="0"/>
                </a:p>
              </p:txBody>
            </p:sp>
          </mc:Choice>
          <mc:Fallback xmlns="">
            <p:sp>
              <p:nvSpPr>
                <p:cNvPr id="430" name="文本框 429">
                  <a:extLst>
                    <a:ext uri="{FF2B5EF4-FFF2-40B4-BE49-F238E27FC236}">
                      <a16:creationId xmlns:a16="http://schemas.microsoft.com/office/drawing/2014/main" id="{80D3650E-0CF0-490E-91EF-099A0848C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317" y="8413909"/>
                  <a:ext cx="298159" cy="329642"/>
                </a:xfrm>
                <a:prstGeom prst="rect">
                  <a:avLst/>
                </a:prstGeom>
                <a:blipFill>
                  <a:blip r:embed="rId68"/>
                  <a:stretch>
                    <a:fillRect l="-8163" r="-61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1" name="矩形 430">
                  <a:extLst>
                    <a:ext uri="{FF2B5EF4-FFF2-40B4-BE49-F238E27FC236}">
                      <a16:creationId xmlns:a16="http://schemas.microsoft.com/office/drawing/2014/main" id="{F344D71D-D0D1-404F-8DFA-E04F4D33052C}"/>
                    </a:ext>
                  </a:extLst>
                </p:cNvPr>
                <p:cNvSpPr/>
                <p:nvPr/>
              </p:nvSpPr>
              <p:spPr>
                <a:xfrm>
                  <a:off x="12728343" y="3569809"/>
                  <a:ext cx="4481227" cy="1054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53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53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𝓢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53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3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53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1653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CN" sz="1653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1653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53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53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3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53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53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1653" i="1">
                            <a:latin typeface="Cambria Math" panose="02040503050406030204" pitchFamily="18" charset="0"/>
                          </a:rPr>
                          <m:t>∘</m:t>
                        </m:r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  <m:oMath xmlns:m="http://schemas.openxmlformats.org/officeDocument/2006/math">
                        <m:r>
                          <a:rPr lang="en-US" altLang="zh-CN" sz="1653" b="0" i="1" smtClean="0">
                            <a:latin typeface="Cambria Math" panose="02040503050406030204" pitchFamily="18" charset="0"/>
                          </a:rPr>
                          <m:t>            =</m:t>
                        </m:r>
                        <m:sSup>
                          <m:sSupPr>
                            <m:ctrlP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53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53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,0]</m:t>
                            </m:r>
                          </m:sup>
                        </m:sSup>
                        <m:r>
                          <a:rPr lang="en-US" altLang="zh-CN" sz="1653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653" b="0" i="1" smtClean="0">
                            <a:latin typeface="Cambria Math" panose="02040503050406030204" pitchFamily="18" charset="0"/>
                          </a:rPr>
                          <m:t>∘</m:t>
                        </m:r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653" b="0" i="1" smtClean="0">
                            <a:latin typeface="Cambria Math" panose="02040503050406030204" pitchFamily="18" charset="0"/>
                          </a:rPr>
                          <m:t>∘⋯∘</m:t>
                        </m:r>
                        <m:sSubSup>
                          <m:sSubSupPr>
                            <m:ctrlPr>
                              <a:rPr lang="en-US" altLang="zh-CN" sz="1653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53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1653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53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altLang="zh-CN" sz="1653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1653" b="0" i="1" smtClean="0">
                          <a:latin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zh-CN" altLang="en-US" sz="1653" dirty="0">
                      <a:latin typeface="Cambria Math" panose="02040503050406030204" pitchFamily="18" charset="0"/>
                    </a:rPr>
                    <a:t> 运算满足结合律即可序列并行</a:t>
                  </a:r>
                  <a:endParaRPr lang="en-US" altLang="zh-CN" sz="1653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31" name="矩形 430">
                  <a:extLst>
                    <a:ext uri="{FF2B5EF4-FFF2-40B4-BE49-F238E27FC236}">
                      <a16:creationId xmlns:a16="http://schemas.microsoft.com/office/drawing/2014/main" id="{F344D71D-D0D1-404F-8DFA-E04F4D3305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8343" y="3569809"/>
                  <a:ext cx="4481227" cy="1054391"/>
                </a:xfrm>
                <a:prstGeom prst="rect">
                  <a:avLst/>
                </a:prstGeom>
                <a:blipFill>
                  <a:blip r:embed="rId69"/>
                  <a:stretch>
                    <a:fillRect b="-63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795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</TotalTime>
  <Words>138</Words>
  <Application>Microsoft Office PowerPoint</Application>
  <PresentationFormat>自定义</PresentationFormat>
  <Paragraphs>77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longzichao</dc:creator>
  <cp:lastModifiedBy>longzichao</cp:lastModifiedBy>
  <cp:revision>69</cp:revision>
  <dcterms:created xsi:type="dcterms:W3CDTF">2024-07-16T09:31:41Z</dcterms:created>
  <dcterms:modified xsi:type="dcterms:W3CDTF">2025-12-02T13:10:15Z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(3)sbNDAKWaFAj4+V/BoU7YAtYQKfN3suEHThys625CrAv4rlQNpM92PIHWqbyrlG1WqluzV4bX
v/Rhjn+OJIedsrc0hWBebVYrMk1prCcw6mZRGKgR5iXEK7tVPcagU/QHRRLGZyb91er0V7pe
NXjnhyk61IIIFfoCXnkG4DhoqDmyEV4H7Z84sK+j/xK79e225eDIlNiBL0OtJNDXCQn5q7SC
WX/Tj5vkd46UZqG3fL</vt:lpwstr>
  </property>
  <property fmtid="{D5CDD505-2E9C-101B-9397-08002B2CF9AE}" pid="3" name="_2015_ms_pID_7253431">
    <vt:lpwstr>aTCZw9iGrTFw4CQg6s1jT5in6Est7sifU5ot3USshjqxuKxIKw/Rg1
1jVwWRkLGyjQau17WIiDx0iwrrtHObISvOJ/AA6FJ7v/emaJnhVBJpK5VmXB3ixW/HLU2JLb
KTqaLdg0Zck2WDoBPel5nm47HpkEJtmtsQoaTyFK8o0EajSzmCk8qyVX94kieYh0HhNrzzKo
AuSXjYui3qLKKx7LrlmiYRVeKFq5GHQo0iK0</vt:lpwstr>
  </property>
  <property fmtid="{D5CDD505-2E9C-101B-9397-08002B2CF9AE}" pid="4" name="_2015_ms_pID_7253432">
    <vt:lpwstr>8A==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1764680964</vt:lpwstr>
  </property>
</Properties>
</file>